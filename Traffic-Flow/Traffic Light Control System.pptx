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微软雅黑" panose="020B0503020204020204" pitchFamily="34" charset="-122"/>
      <p:regular r:id="rId15"/>
      <p:bold r:id="rId16"/>
    </p:embeddedFon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3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32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yunextraffic.com/c42f8c4f138badf088dc7e4065bcad5819824a1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4A4A">
                  <a:alpha val="95000"/>
                </a:srgbClr>
              </a:gs>
              <a:gs pos="50000">
                <a:srgbClr val="4A4A4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2233" y="980017"/>
            <a:ext cx="6256867" cy="516467"/>
          </a:xfrm>
          <a:custGeom>
            <a:avLst/>
            <a:gdLst/>
            <a:ahLst/>
            <a:cxnLst/>
            <a:rect l="l" t="t" r="r" b="b"/>
            <a:pathLst>
              <a:path w="6256867" h="516467">
                <a:moveTo>
                  <a:pt x="50800" y="0"/>
                </a:moveTo>
                <a:lnTo>
                  <a:pt x="6206067" y="0"/>
                </a:lnTo>
                <a:cubicBezTo>
                  <a:pt x="6234123" y="0"/>
                  <a:pt x="6256867" y="22744"/>
                  <a:pt x="6256867" y="50800"/>
                </a:cubicBezTo>
                <a:lnTo>
                  <a:pt x="6256867" y="465667"/>
                </a:lnTo>
                <a:cubicBezTo>
                  <a:pt x="6256867" y="493723"/>
                  <a:pt x="6234123" y="516467"/>
                  <a:pt x="6206067" y="516467"/>
                </a:cubicBezTo>
                <a:lnTo>
                  <a:pt x="50800" y="516467"/>
                </a:lnTo>
                <a:cubicBezTo>
                  <a:pt x="22744" y="516467"/>
                  <a:pt x="0" y="493723"/>
                  <a:pt x="0" y="465667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20000"/>
            </a:srgbClr>
          </a:solidFill>
          <a:ln w="8467">
            <a:solidFill>
              <a:srgbClr val="D67B5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1267" y="1085850"/>
            <a:ext cx="574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16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ORGANIZATION &amp; ASSEMBLY LANGUAGE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907117"/>
            <a:ext cx="949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AEA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Light Control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361517"/>
            <a:ext cx="91186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EAEAE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Assembly Language Approach to Intelligent Intersection Management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2925" y="768561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9707" y="-6449"/>
                </a:moveTo>
                <a:cubicBezTo>
                  <a:pt x="114052" y="-7590"/>
                  <a:pt x="108248" y="-7590"/>
                  <a:pt x="102592" y="-6449"/>
                </a:cubicBezTo>
                <a:lnTo>
                  <a:pt x="9575" y="12154"/>
                </a:lnTo>
                <a:cubicBezTo>
                  <a:pt x="4018" y="13246"/>
                  <a:pt x="0" y="18157"/>
                  <a:pt x="0" y="23812"/>
                </a:cubicBezTo>
                <a:cubicBezTo>
                  <a:pt x="0" y="28922"/>
                  <a:pt x="3225" y="33387"/>
                  <a:pt x="7938" y="35024"/>
                </a:cubicBezTo>
                <a:lnTo>
                  <a:pt x="7938" y="71438"/>
                </a:lnTo>
                <a:lnTo>
                  <a:pt x="149" y="110430"/>
                </a:lnTo>
                <a:cubicBezTo>
                  <a:pt x="50" y="110877"/>
                  <a:pt x="0" y="111373"/>
                  <a:pt x="0" y="111869"/>
                </a:cubicBezTo>
                <a:cubicBezTo>
                  <a:pt x="0" y="115838"/>
                  <a:pt x="3225" y="119112"/>
                  <a:pt x="7243" y="119112"/>
                </a:cubicBezTo>
                <a:lnTo>
                  <a:pt x="24557" y="119112"/>
                </a:lnTo>
                <a:cubicBezTo>
                  <a:pt x="28525" y="119112"/>
                  <a:pt x="31800" y="115888"/>
                  <a:pt x="31800" y="111869"/>
                </a:cubicBezTo>
                <a:cubicBezTo>
                  <a:pt x="31800" y="111373"/>
                  <a:pt x="31750" y="110927"/>
                  <a:pt x="31651" y="110430"/>
                </a:cubicBezTo>
                <a:lnTo>
                  <a:pt x="23812" y="71438"/>
                </a:lnTo>
                <a:lnTo>
                  <a:pt x="23812" y="38348"/>
                </a:lnTo>
                <a:lnTo>
                  <a:pt x="47625" y="43111"/>
                </a:lnTo>
                <a:lnTo>
                  <a:pt x="47625" y="71438"/>
                </a:lnTo>
                <a:cubicBezTo>
                  <a:pt x="47625" y="106511"/>
                  <a:pt x="76051" y="134938"/>
                  <a:pt x="111125" y="134938"/>
                </a:cubicBezTo>
                <a:cubicBezTo>
                  <a:pt x="146199" y="134938"/>
                  <a:pt x="174625" y="106511"/>
                  <a:pt x="174625" y="71438"/>
                </a:cubicBezTo>
                <a:lnTo>
                  <a:pt x="174625" y="43111"/>
                </a:lnTo>
                <a:lnTo>
                  <a:pt x="212675" y="35520"/>
                </a:lnTo>
                <a:cubicBezTo>
                  <a:pt x="218232" y="34379"/>
                  <a:pt x="222250" y="29468"/>
                  <a:pt x="222250" y="23812"/>
                </a:cubicBezTo>
                <a:cubicBezTo>
                  <a:pt x="222250" y="18157"/>
                  <a:pt x="218232" y="13246"/>
                  <a:pt x="212675" y="12154"/>
                </a:cubicBezTo>
                <a:lnTo>
                  <a:pt x="119707" y="-6449"/>
                </a:lnTo>
                <a:close/>
                <a:moveTo>
                  <a:pt x="111125" y="111125"/>
                </a:moveTo>
                <a:cubicBezTo>
                  <a:pt x="89198" y="111125"/>
                  <a:pt x="71438" y="93365"/>
                  <a:pt x="71438" y="71438"/>
                </a:cubicBezTo>
                <a:lnTo>
                  <a:pt x="150813" y="71438"/>
                </a:lnTo>
                <a:cubicBezTo>
                  <a:pt x="150813" y="93365"/>
                  <a:pt x="133052" y="111125"/>
                  <a:pt x="111125" y="111125"/>
                </a:cubicBezTo>
                <a:close/>
                <a:moveTo>
                  <a:pt x="59581" y="158800"/>
                </a:moveTo>
                <a:cubicBezTo>
                  <a:pt x="29121" y="172789"/>
                  <a:pt x="7938" y="203547"/>
                  <a:pt x="7938" y="239266"/>
                </a:cubicBezTo>
                <a:cubicBezTo>
                  <a:pt x="7938" y="247402"/>
                  <a:pt x="14536" y="254000"/>
                  <a:pt x="22671" y="254000"/>
                </a:cubicBezTo>
                <a:lnTo>
                  <a:pt x="99219" y="254000"/>
                </a:lnTo>
                <a:lnTo>
                  <a:pt x="99219" y="181570"/>
                </a:lnTo>
                <a:lnTo>
                  <a:pt x="70743" y="160238"/>
                </a:lnTo>
                <a:cubicBezTo>
                  <a:pt x="67518" y="157807"/>
                  <a:pt x="63202" y="157163"/>
                  <a:pt x="59531" y="158849"/>
                </a:cubicBezTo>
                <a:close/>
                <a:moveTo>
                  <a:pt x="123031" y="254000"/>
                </a:moveTo>
                <a:lnTo>
                  <a:pt x="199579" y="254000"/>
                </a:lnTo>
                <a:cubicBezTo>
                  <a:pt x="207714" y="254000"/>
                  <a:pt x="214313" y="247402"/>
                  <a:pt x="214313" y="239266"/>
                </a:cubicBezTo>
                <a:cubicBezTo>
                  <a:pt x="214313" y="203547"/>
                  <a:pt x="193129" y="172789"/>
                  <a:pt x="162669" y="158849"/>
                </a:cubicBezTo>
                <a:cubicBezTo>
                  <a:pt x="158998" y="157163"/>
                  <a:pt x="154682" y="157807"/>
                  <a:pt x="151457" y="160238"/>
                </a:cubicBezTo>
                <a:lnTo>
                  <a:pt x="122982" y="181570"/>
                </a:lnTo>
                <a:lnTo>
                  <a:pt x="122982" y="254000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9" name="Text 6"/>
          <p:cNvSpPr/>
          <p:nvPr/>
        </p:nvSpPr>
        <p:spPr>
          <a:xfrm>
            <a:off x="957792" y="7457017"/>
            <a:ext cx="4724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AEAE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Abdul Wahid (243699) </a:t>
            </a:r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AEAE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Ahmad Murtaza (243653)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70046" y="7660217"/>
            <a:ext cx="50800" cy="304800"/>
          </a:xfrm>
          <a:custGeom>
            <a:avLst/>
            <a:gdLst/>
            <a:ahLst/>
            <a:cxnLst/>
            <a:rect l="l" t="t" r="r" b="b"/>
            <a:pathLst>
              <a:path w="50800" h="304800">
                <a:moveTo>
                  <a:pt x="0" y="0"/>
                </a:moveTo>
                <a:lnTo>
                  <a:pt x="50800" y="0"/>
                </a:lnTo>
                <a:lnTo>
                  <a:pt x="50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67B5E">
              <a:alpha val="5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209771" y="7685617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63500" y="47625"/>
                </a:moveTo>
                <a:cubicBezTo>
                  <a:pt x="63500" y="30113"/>
                  <a:pt x="77738" y="15875"/>
                  <a:pt x="95250" y="15875"/>
                </a:cubicBezTo>
                <a:lnTo>
                  <a:pt x="269875" y="15875"/>
                </a:lnTo>
                <a:cubicBezTo>
                  <a:pt x="287387" y="15875"/>
                  <a:pt x="301625" y="30113"/>
                  <a:pt x="301625" y="47625"/>
                </a:cubicBezTo>
                <a:lnTo>
                  <a:pt x="301625" y="166688"/>
                </a:lnTo>
                <a:lnTo>
                  <a:pt x="254000" y="166688"/>
                </a:lnTo>
                <a:lnTo>
                  <a:pt x="254000" y="158750"/>
                </a:lnTo>
                <a:cubicBezTo>
                  <a:pt x="254000" y="149969"/>
                  <a:pt x="246906" y="142875"/>
                  <a:pt x="238125" y="142875"/>
                </a:cubicBezTo>
                <a:lnTo>
                  <a:pt x="206375" y="142875"/>
                </a:lnTo>
                <a:cubicBezTo>
                  <a:pt x="197594" y="142875"/>
                  <a:pt x="190500" y="149969"/>
                  <a:pt x="190500" y="158750"/>
                </a:cubicBezTo>
                <a:lnTo>
                  <a:pt x="190500" y="166688"/>
                </a:lnTo>
                <a:lnTo>
                  <a:pt x="126454" y="166688"/>
                </a:lnTo>
                <a:cubicBezTo>
                  <a:pt x="131862" y="157361"/>
                  <a:pt x="134938" y="146496"/>
                  <a:pt x="134938" y="134938"/>
                </a:cubicBezTo>
                <a:cubicBezTo>
                  <a:pt x="134938" y="99864"/>
                  <a:pt x="106511" y="71438"/>
                  <a:pt x="71438" y="71438"/>
                </a:cubicBezTo>
                <a:cubicBezTo>
                  <a:pt x="68759" y="71438"/>
                  <a:pt x="66080" y="71586"/>
                  <a:pt x="63500" y="71934"/>
                </a:cubicBezTo>
                <a:lnTo>
                  <a:pt x="63500" y="47625"/>
                </a:lnTo>
                <a:close/>
                <a:moveTo>
                  <a:pt x="165199" y="222250"/>
                </a:moveTo>
                <a:cubicBezTo>
                  <a:pt x="162669" y="210245"/>
                  <a:pt x="157113" y="199380"/>
                  <a:pt x="149275" y="190500"/>
                </a:cubicBezTo>
                <a:lnTo>
                  <a:pt x="301625" y="190500"/>
                </a:lnTo>
                <a:cubicBezTo>
                  <a:pt x="301625" y="208012"/>
                  <a:pt x="287387" y="222250"/>
                  <a:pt x="269875" y="222250"/>
                </a:cubicBezTo>
                <a:lnTo>
                  <a:pt x="165199" y="222250"/>
                </a:lnTo>
                <a:close/>
                <a:moveTo>
                  <a:pt x="31750" y="134938"/>
                </a:moveTo>
                <a:cubicBezTo>
                  <a:pt x="31750" y="113033"/>
                  <a:pt x="49533" y="95250"/>
                  <a:pt x="71437" y="95250"/>
                </a:cubicBezTo>
                <a:cubicBezTo>
                  <a:pt x="93342" y="95250"/>
                  <a:pt x="111125" y="113033"/>
                  <a:pt x="111125" y="134938"/>
                </a:cubicBezTo>
                <a:cubicBezTo>
                  <a:pt x="111125" y="156842"/>
                  <a:pt x="93342" y="174625"/>
                  <a:pt x="71438" y="174625"/>
                </a:cubicBezTo>
                <a:cubicBezTo>
                  <a:pt x="49533" y="174625"/>
                  <a:pt x="31750" y="156842"/>
                  <a:pt x="31750" y="134938"/>
                </a:cubicBezTo>
                <a:close/>
                <a:moveTo>
                  <a:pt x="0" y="238125"/>
                </a:moveTo>
                <a:cubicBezTo>
                  <a:pt x="0" y="211832"/>
                  <a:pt x="21332" y="190500"/>
                  <a:pt x="47625" y="190500"/>
                </a:cubicBezTo>
                <a:lnTo>
                  <a:pt x="95250" y="190500"/>
                </a:lnTo>
                <a:cubicBezTo>
                  <a:pt x="121543" y="190500"/>
                  <a:pt x="142875" y="211832"/>
                  <a:pt x="142875" y="238125"/>
                </a:cubicBezTo>
                <a:cubicBezTo>
                  <a:pt x="142875" y="246906"/>
                  <a:pt x="135781" y="254000"/>
                  <a:pt x="127000" y="254000"/>
                </a:cubicBezTo>
                <a:lnTo>
                  <a:pt x="15875" y="254000"/>
                </a:lnTo>
                <a:cubicBezTo>
                  <a:pt x="7094" y="254000"/>
                  <a:pt x="0" y="246906"/>
                  <a:pt x="0" y="238125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2" name="Text 9"/>
          <p:cNvSpPr/>
          <p:nvPr/>
        </p:nvSpPr>
        <p:spPr>
          <a:xfrm>
            <a:off x="6671997" y="7457017"/>
            <a:ext cx="305673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AEAE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Supervisor: Mam Anum Aftab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5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10160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2082800"/>
            <a:ext cx="4851400" cy="2895600"/>
          </a:xfrm>
          <a:custGeom>
            <a:avLst/>
            <a:gdLst/>
            <a:ahLst/>
            <a:cxnLst/>
            <a:rect l="l" t="t" r="r" b="b"/>
            <a:pathLst>
              <a:path w="4851400" h="2895600">
                <a:moveTo>
                  <a:pt x="50800" y="0"/>
                </a:moveTo>
                <a:lnTo>
                  <a:pt x="4749793" y="0"/>
                </a:lnTo>
                <a:cubicBezTo>
                  <a:pt x="4805909" y="0"/>
                  <a:pt x="4851400" y="45491"/>
                  <a:pt x="4851400" y="101607"/>
                </a:cubicBezTo>
                <a:lnTo>
                  <a:pt x="4851400" y="2793993"/>
                </a:lnTo>
                <a:cubicBezTo>
                  <a:pt x="4851400" y="2850109"/>
                  <a:pt x="4805909" y="2895600"/>
                  <a:pt x="4749793" y="2895600"/>
                </a:cubicBezTo>
                <a:lnTo>
                  <a:pt x="50800" y="2895600"/>
                </a:lnTo>
                <a:cubicBezTo>
                  <a:pt x="22744" y="2895600"/>
                  <a:pt x="0" y="2872856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400" y="2082800"/>
            <a:ext cx="50800" cy="2895600"/>
          </a:xfrm>
          <a:custGeom>
            <a:avLst/>
            <a:gdLst/>
            <a:ahLst/>
            <a:cxnLst/>
            <a:rect l="l" t="t" r="r" b="b"/>
            <a:pathLst>
              <a:path w="50800" h="2895600">
                <a:moveTo>
                  <a:pt x="50800" y="0"/>
                </a:moveTo>
                <a:lnTo>
                  <a:pt x="50800" y="0"/>
                </a:lnTo>
                <a:lnTo>
                  <a:pt x="50800" y="2895600"/>
                </a:lnTo>
                <a:lnTo>
                  <a:pt x="50800" y="2895600"/>
                </a:lnTo>
                <a:cubicBezTo>
                  <a:pt x="22763" y="2895600"/>
                  <a:pt x="0" y="2872837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6" name="Shape 4"/>
          <p:cNvSpPr/>
          <p:nvPr/>
        </p:nvSpPr>
        <p:spPr>
          <a:xfrm>
            <a:off x="863600" y="3175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3175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879725"/>
            <a:ext cx="349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3438525"/>
            <a:ext cx="341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Introduction, objectives, and development environment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082800"/>
            <a:ext cx="4851400" cy="2895600"/>
          </a:xfrm>
          <a:custGeom>
            <a:avLst/>
            <a:gdLst/>
            <a:ahLst/>
            <a:cxnLst/>
            <a:rect l="l" t="t" r="r" b="b"/>
            <a:pathLst>
              <a:path w="4851400" h="2895600">
                <a:moveTo>
                  <a:pt x="50800" y="0"/>
                </a:moveTo>
                <a:lnTo>
                  <a:pt x="4749793" y="0"/>
                </a:lnTo>
                <a:cubicBezTo>
                  <a:pt x="4805909" y="0"/>
                  <a:pt x="4851400" y="45491"/>
                  <a:pt x="4851400" y="101607"/>
                </a:cubicBezTo>
                <a:lnTo>
                  <a:pt x="4851400" y="2793993"/>
                </a:lnTo>
                <a:cubicBezTo>
                  <a:pt x="4851400" y="2850109"/>
                  <a:pt x="4805909" y="2895600"/>
                  <a:pt x="4749793" y="2895600"/>
                </a:cubicBezTo>
                <a:lnTo>
                  <a:pt x="50800" y="2895600"/>
                </a:lnTo>
                <a:cubicBezTo>
                  <a:pt x="22744" y="2895600"/>
                  <a:pt x="0" y="2872856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0" y="2082800"/>
            <a:ext cx="50800" cy="2895600"/>
          </a:xfrm>
          <a:custGeom>
            <a:avLst/>
            <a:gdLst/>
            <a:ahLst/>
            <a:cxnLst/>
            <a:rect l="l" t="t" r="r" b="b"/>
            <a:pathLst>
              <a:path w="50800" h="2895600">
                <a:moveTo>
                  <a:pt x="50800" y="0"/>
                </a:moveTo>
                <a:lnTo>
                  <a:pt x="50800" y="0"/>
                </a:lnTo>
                <a:lnTo>
                  <a:pt x="50800" y="2895600"/>
                </a:lnTo>
                <a:lnTo>
                  <a:pt x="50800" y="2895600"/>
                </a:lnTo>
                <a:cubicBezTo>
                  <a:pt x="22763" y="2895600"/>
                  <a:pt x="0" y="2872837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45200" y="3175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969000" y="3175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9600" y="2879725"/>
            <a:ext cx="349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9600" y="3438525"/>
            <a:ext cx="341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traffic control, monitoring, and pedestrian safety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96600" y="2082800"/>
            <a:ext cx="4851400" cy="2895600"/>
          </a:xfrm>
          <a:custGeom>
            <a:avLst/>
            <a:gdLst/>
            <a:ahLst/>
            <a:cxnLst/>
            <a:rect l="l" t="t" r="r" b="b"/>
            <a:pathLst>
              <a:path w="4851400" h="2895600">
                <a:moveTo>
                  <a:pt x="50800" y="0"/>
                </a:moveTo>
                <a:lnTo>
                  <a:pt x="4749793" y="0"/>
                </a:lnTo>
                <a:cubicBezTo>
                  <a:pt x="4805909" y="0"/>
                  <a:pt x="4851400" y="45491"/>
                  <a:pt x="4851400" y="101607"/>
                </a:cubicBezTo>
                <a:lnTo>
                  <a:pt x="4851400" y="2793993"/>
                </a:lnTo>
                <a:cubicBezTo>
                  <a:pt x="4851400" y="2850109"/>
                  <a:pt x="4805909" y="2895600"/>
                  <a:pt x="4749793" y="2895600"/>
                </a:cubicBezTo>
                <a:lnTo>
                  <a:pt x="50800" y="2895600"/>
                </a:lnTo>
                <a:cubicBezTo>
                  <a:pt x="22744" y="2895600"/>
                  <a:pt x="0" y="2872856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896600" y="2082800"/>
            <a:ext cx="50800" cy="2895600"/>
          </a:xfrm>
          <a:custGeom>
            <a:avLst/>
            <a:gdLst/>
            <a:ahLst/>
            <a:cxnLst/>
            <a:rect l="l" t="t" r="r" b="b"/>
            <a:pathLst>
              <a:path w="50800" h="2895600">
                <a:moveTo>
                  <a:pt x="50800" y="0"/>
                </a:moveTo>
                <a:lnTo>
                  <a:pt x="50800" y="0"/>
                </a:lnTo>
                <a:lnTo>
                  <a:pt x="50800" y="2895600"/>
                </a:lnTo>
                <a:lnTo>
                  <a:pt x="50800" y="2895600"/>
                </a:lnTo>
                <a:cubicBezTo>
                  <a:pt x="22763" y="2895600"/>
                  <a:pt x="0" y="2872837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26800" y="3175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0600" y="3175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41200" y="2879725"/>
            <a:ext cx="349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Modes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41200" y="3438525"/>
            <a:ext cx="341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Normal, Emergency, Rush Hour, and Night modes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5283200"/>
            <a:ext cx="4851400" cy="3352800"/>
          </a:xfrm>
          <a:custGeom>
            <a:avLst/>
            <a:gdLst/>
            <a:ahLst/>
            <a:cxnLst/>
            <a:rect l="l" t="t" r="r" b="b"/>
            <a:pathLst>
              <a:path w="4851400" h="3352800">
                <a:moveTo>
                  <a:pt x="5080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3251210"/>
                </a:lnTo>
                <a:cubicBezTo>
                  <a:pt x="4851400" y="3307317"/>
                  <a:pt x="4805917" y="3352800"/>
                  <a:pt x="4749810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3400" y="52832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600" y="6604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87400" y="6604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78000" y="6080125"/>
            <a:ext cx="349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78000" y="7096125"/>
            <a:ext cx="341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interface, signals, and timing systems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0" y="5283200"/>
            <a:ext cx="4851400" cy="3352800"/>
          </a:xfrm>
          <a:custGeom>
            <a:avLst/>
            <a:gdLst/>
            <a:ahLst/>
            <a:cxnLst/>
            <a:rect l="l" t="t" r="r" b="b"/>
            <a:pathLst>
              <a:path w="4851400" h="3352800">
                <a:moveTo>
                  <a:pt x="5080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3251210"/>
                </a:lnTo>
                <a:cubicBezTo>
                  <a:pt x="4851400" y="3307317"/>
                  <a:pt x="4805917" y="3352800"/>
                  <a:pt x="4749810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15000" y="52832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0" name="Shape 28"/>
          <p:cNvSpPr/>
          <p:nvPr/>
        </p:nvSpPr>
        <p:spPr>
          <a:xfrm>
            <a:off x="6045200" y="6604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1" name="Text 29"/>
          <p:cNvSpPr/>
          <p:nvPr/>
        </p:nvSpPr>
        <p:spPr>
          <a:xfrm>
            <a:off x="5969000" y="6604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59600" y="6080125"/>
            <a:ext cx="349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59600" y="7096125"/>
            <a:ext cx="341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flow, phase sequence, and data structures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96600" y="5283200"/>
            <a:ext cx="4851400" cy="3352800"/>
          </a:xfrm>
          <a:custGeom>
            <a:avLst/>
            <a:gdLst/>
            <a:ahLst/>
            <a:cxnLst/>
            <a:rect l="l" t="t" r="r" b="b"/>
            <a:pathLst>
              <a:path w="4851400" h="3352800">
                <a:moveTo>
                  <a:pt x="5080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3251210"/>
                </a:lnTo>
                <a:cubicBezTo>
                  <a:pt x="4851400" y="3307317"/>
                  <a:pt x="4805917" y="3352800"/>
                  <a:pt x="4749810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896600" y="52832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26800" y="6604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7" name="Text 35"/>
          <p:cNvSpPr/>
          <p:nvPr/>
        </p:nvSpPr>
        <p:spPr>
          <a:xfrm>
            <a:off x="11150600" y="6604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141200" y="6308725"/>
            <a:ext cx="349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Results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141200" y="6867525"/>
            <a:ext cx="341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validation and performance verification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622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6100" y="187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" name="Text 3"/>
          <p:cNvSpPr/>
          <p:nvPr/>
        </p:nvSpPr>
        <p:spPr>
          <a:xfrm>
            <a:off x="889000" y="1828800"/>
            <a:ext cx="568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2438400"/>
            <a:ext cx="60325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implements an </a:t>
            </a:r>
            <a:r>
              <a:rPr lang="en-US" sz="18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traffic light control system</a:t>
            </a: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x86 Assembly language to manage four-way intersections with real-time monitoring and adaptive control.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" y="4076700"/>
            <a:ext cx="601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demonstrates low-level programming, hardware interfacing, and embedded system design principles through a practical, real-world application.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6100" y="5448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5397500"/>
            <a:ext cx="568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1" name="Text 9"/>
          <p:cNvSpPr/>
          <p:nvPr/>
        </p:nvSpPr>
        <p:spPr>
          <a:xfrm>
            <a:off x="946150" y="60071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multi-mode traffic control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50" y="646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3" name="Text 11"/>
          <p:cNvSpPr/>
          <p:nvPr/>
        </p:nvSpPr>
        <p:spPr>
          <a:xfrm>
            <a:off x="946150" y="641350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pedestrian safety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687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5" name="Text 13"/>
          <p:cNvSpPr/>
          <p:nvPr/>
        </p:nvSpPr>
        <p:spPr>
          <a:xfrm>
            <a:off x="946150" y="681990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real-time monitoring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750" y="7277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7" name="Text 15"/>
          <p:cNvSpPr/>
          <p:nvPr/>
        </p:nvSpPr>
        <p:spPr>
          <a:xfrm>
            <a:off x="946150" y="72263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 hardware interface concepts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750" y="7683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9" name="Text 17"/>
          <p:cNvSpPr/>
          <p:nvPr/>
        </p:nvSpPr>
        <p:spPr>
          <a:xfrm>
            <a:off x="946150" y="7632700"/>
            <a:ext cx="360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emergency response capabilities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5841" y="508000"/>
            <a:ext cx="9017000" cy="8128000"/>
          </a:xfrm>
          <a:custGeom>
            <a:avLst/>
            <a:gdLst/>
            <a:ahLst/>
            <a:cxnLst/>
            <a:rect l="l" t="t" r="r" b="b"/>
            <a:pathLst>
              <a:path w="9017000" h="8128000">
                <a:moveTo>
                  <a:pt x="101600" y="0"/>
                </a:moveTo>
                <a:lnTo>
                  <a:pt x="8915400" y="0"/>
                </a:lnTo>
                <a:cubicBezTo>
                  <a:pt x="8971475" y="0"/>
                  <a:pt x="9017000" y="45525"/>
                  <a:pt x="9017000" y="101600"/>
                </a:cubicBezTo>
                <a:lnTo>
                  <a:pt x="9017000" y="8026400"/>
                </a:lnTo>
                <a:cubicBezTo>
                  <a:pt x="9017000" y="8082475"/>
                  <a:pt x="8971475" y="8128000"/>
                  <a:pt x="8915400" y="8128000"/>
                </a:cubicBezTo>
                <a:lnTo>
                  <a:pt x="101600" y="8128000"/>
                </a:lnTo>
                <a:cubicBezTo>
                  <a:pt x="45525" y="8128000"/>
                  <a:pt x="0" y="8082475"/>
                  <a:pt x="0" y="802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030641" y="863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22" name="Text 20"/>
          <p:cNvSpPr/>
          <p:nvPr/>
        </p:nvSpPr>
        <p:spPr>
          <a:xfrm>
            <a:off x="7411641" y="812800"/>
            <a:ext cx="8178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AEA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30641" y="1422400"/>
            <a:ext cx="8407400" cy="1168400"/>
          </a:xfrm>
          <a:custGeom>
            <a:avLst/>
            <a:gdLst/>
            <a:ahLst/>
            <a:cxnLst/>
            <a:rect l="l" t="t" r="r" b="b"/>
            <a:pathLst>
              <a:path w="8407400" h="1168400">
                <a:moveTo>
                  <a:pt x="101604" y="0"/>
                </a:moveTo>
                <a:lnTo>
                  <a:pt x="8305796" y="0"/>
                </a:lnTo>
                <a:cubicBezTo>
                  <a:pt x="8361910" y="0"/>
                  <a:pt x="8407400" y="45490"/>
                  <a:pt x="8407400" y="101604"/>
                </a:cubicBezTo>
                <a:lnTo>
                  <a:pt x="8407400" y="1066796"/>
                </a:lnTo>
                <a:cubicBezTo>
                  <a:pt x="8407400" y="1122910"/>
                  <a:pt x="8361910" y="1168400"/>
                  <a:pt x="83057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24" name="Shape 22"/>
          <p:cNvSpPr/>
          <p:nvPr/>
        </p:nvSpPr>
        <p:spPr>
          <a:xfrm>
            <a:off x="7249716" y="1651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03741" y="16256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3841" y="20320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x86 Assembly (8086)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30641" y="2743200"/>
            <a:ext cx="8407400" cy="1168400"/>
          </a:xfrm>
          <a:custGeom>
            <a:avLst/>
            <a:gdLst/>
            <a:ahLst/>
            <a:cxnLst/>
            <a:rect l="l" t="t" r="r" b="b"/>
            <a:pathLst>
              <a:path w="8407400" h="1168400">
                <a:moveTo>
                  <a:pt x="101604" y="0"/>
                </a:moveTo>
                <a:lnTo>
                  <a:pt x="8305796" y="0"/>
                </a:lnTo>
                <a:cubicBezTo>
                  <a:pt x="8361910" y="0"/>
                  <a:pt x="8407400" y="45490"/>
                  <a:pt x="8407400" y="101604"/>
                </a:cubicBezTo>
                <a:lnTo>
                  <a:pt x="8407400" y="1066796"/>
                </a:lnTo>
                <a:cubicBezTo>
                  <a:pt x="8407400" y="1122910"/>
                  <a:pt x="8361910" y="1168400"/>
                  <a:pt x="83057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67B5E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249716" y="2971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703741" y="29464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Assembler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33841" y="33528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MASM / TASM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30641" y="4064000"/>
            <a:ext cx="8407400" cy="1168400"/>
          </a:xfrm>
          <a:custGeom>
            <a:avLst/>
            <a:gdLst/>
            <a:ahLst/>
            <a:cxnLst/>
            <a:rect l="l" t="t" r="r" b="b"/>
            <a:pathLst>
              <a:path w="8407400" h="1168400">
                <a:moveTo>
                  <a:pt x="101604" y="0"/>
                </a:moveTo>
                <a:lnTo>
                  <a:pt x="8305796" y="0"/>
                </a:lnTo>
                <a:cubicBezTo>
                  <a:pt x="8361910" y="0"/>
                  <a:pt x="8407400" y="45490"/>
                  <a:pt x="8407400" y="101604"/>
                </a:cubicBezTo>
                <a:lnTo>
                  <a:pt x="8407400" y="1066796"/>
                </a:lnTo>
                <a:cubicBezTo>
                  <a:pt x="8407400" y="1122910"/>
                  <a:pt x="8361910" y="1168400"/>
                  <a:pt x="83057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67B5E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265591" y="429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703741" y="42672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33841" y="46736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DOSBox Emulator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34874" y="5389033"/>
            <a:ext cx="8403167" cy="1176867"/>
          </a:xfrm>
          <a:custGeom>
            <a:avLst/>
            <a:gdLst/>
            <a:ahLst/>
            <a:cxnLst/>
            <a:rect l="l" t="t" r="r" b="b"/>
            <a:pathLst>
              <a:path w="8403167" h="1176867">
                <a:moveTo>
                  <a:pt x="101599" y="0"/>
                </a:moveTo>
                <a:lnTo>
                  <a:pt x="8301568" y="0"/>
                </a:lnTo>
                <a:cubicBezTo>
                  <a:pt x="8357679" y="0"/>
                  <a:pt x="8403167" y="45487"/>
                  <a:pt x="8403167" y="101599"/>
                </a:cubicBezTo>
                <a:lnTo>
                  <a:pt x="8403167" y="1075268"/>
                </a:lnTo>
                <a:cubicBezTo>
                  <a:pt x="8403167" y="1131379"/>
                  <a:pt x="8357679" y="1176867"/>
                  <a:pt x="8301568" y="1176867"/>
                </a:cubicBezTo>
                <a:lnTo>
                  <a:pt x="101599" y="1176867"/>
                </a:lnTo>
                <a:cubicBezTo>
                  <a:pt x="45487" y="1176867"/>
                  <a:pt x="0" y="1131379"/>
                  <a:pt x="0" y="1075268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74058" y="562186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7313" y="11906"/>
                </a:moveTo>
                <a:cubicBezTo>
                  <a:pt x="87313" y="5308"/>
                  <a:pt x="82004" y="0"/>
                  <a:pt x="75406" y="0"/>
                </a:cubicBezTo>
                <a:cubicBezTo>
                  <a:pt x="68808" y="0"/>
                  <a:pt x="63500" y="5308"/>
                  <a:pt x="63500" y="11906"/>
                </a:cubicBezTo>
                <a:lnTo>
                  <a:pt x="63500" y="31750"/>
                </a:lnTo>
                <a:cubicBezTo>
                  <a:pt x="45988" y="31750"/>
                  <a:pt x="31750" y="45988"/>
                  <a:pt x="31750" y="63500"/>
                </a:cubicBezTo>
                <a:lnTo>
                  <a:pt x="11906" y="63500"/>
                </a:lnTo>
                <a:cubicBezTo>
                  <a:pt x="5308" y="63500"/>
                  <a:pt x="0" y="68808"/>
                  <a:pt x="0" y="75406"/>
                </a:cubicBezTo>
                <a:cubicBezTo>
                  <a:pt x="0" y="82004"/>
                  <a:pt x="5308" y="87313"/>
                  <a:pt x="11906" y="87313"/>
                </a:cubicBezTo>
                <a:lnTo>
                  <a:pt x="31750" y="87313"/>
                </a:lnTo>
                <a:lnTo>
                  <a:pt x="31750" y="115094"/>
                </a:lnTo>
                <a:lnTo>
                  <a:pt x="11906" y="115094"/>
                </a:lnTo>
                <a:cubicBezTo>
                  <a:pt x="5308" y="115094"/>
                  <a:pt x="0" y="120402"/>
                  <a:pt x="0" y="127000"/>
                </a:cubicBezTo>
                <a:cubicBezTo>
                  <a:pt x="0" y="133598"/>
                  <a:pt x="5308" y="138906"/>
                  <a:pt x="11906" y="138906"/>
                </a:cubicBezTo>
                <a:lnTo>
                  <a:pt x="31750" y="138906"/>
                </a:lnTo>
                <a:lnTo>
                  <a:pt x="31750" y="166688"/>
                </a:lnTo>
                <a:lnTo>
                  <a:pt x="11906" y="166688"/>
                </a:lnTo>
                <a:cubicBezTo>
                  <a:pt x="5308" y="166688"/>
                  <a:pt x="0" y="171996"/>
                  <a:pt x="0" y="178594"/>
                </a:cubicBezTo>
                <a:cubicBezTo>
                  <a:pt x="0" y="185192"/>
                  <a:pt x="5308" y="190500"/>
                  <a:pt x="11906" y="190500"/>
                </a:cubicBezTo>
                <a:lnTo>
                  <a:pt x="31750" y="190500"/>
                </a:lnTo>
                <a:cubicBezTo>
                  <a:pt x="31750" y="208012"/>
                  <a:pt x="45988" y="222250"/>
                  <a:pt x="63500" y="222250"/>
                </a:cubicBezTo>
                <a:lnTo>
                  <a:pt x="63500" y="242094"/>
                </a:lnTo>
                <a:cubicBezTo>
                  <a:pt x="63500" y="248692"/>
                  <a:pt x="68808" y="254000"/>
                  <a:pt x="75406" y="254000"/>
                </a:cubicBezTo>
                <a:cubicBezTo>
                  <a:pt x="82004" y="254000"/>
                  <a:pt x="87313" y="248692"/>
                  <a:pt x="87313" y="242094"/>
                </a:cubicBezTo>
                <a:lnTo>
                  <a:pt x="87313" y="222250"/>
                </a:lnTo>
                <a:lnTo>
                  <a:pt x="115094" y="222250"/>
                </a:lnTo>
                <a:lnTo>
                  <a:pt x="115094" y="242094"/>
                </a:lnTo>
                <a:cubicBezTo>
                  <a:pt x="115094" y="248692"/>
                  <a:pt x="120402" y="254000"/>
                  <a:pt x="127000" y="254000"/>
                </a:cubicBezTo>
                <a:cubicBezTo>
                  <a:pt x="133598" y="254000"/>
                  <a:pt x="138906" y="248692"/>
                  <a:pt x="138906" y="242094"/>
                </a:cubicBezTo>
                <a:lnTo>
                  <a:pt x="138906" y="222250"/>
                </a:lnTo>
                <a:lnTo>
                  <a:pt x="166688" y="222250"/>
                </a:lnTo>
                <a:lnTo>
                  <a:pt x="166688" y="242094"/>
                </a:lnTo>
                <a:cubicBezTo>
                  <a:pt x="166688" y="248692"/>
                  <a:pt x="171996" y="254000"/>
                  <a:pt x="178594" y="254000"/>
                </a:cubicBezTo>
                <a:cubicBezTo>
                  <a:pt x="185192" y="254000"/>
                  <a:pt x="190500" y="248692"/>
                  <a:pt x="190500" y="242094"/>
                </a:cubicBezTo>
                <a:lnTo>
                  <a:pt x="190500" y="222250"/>
                </a:lnTo>
                <a:cubicBezTo>
                  <a:pt x="208012" y="222250"/>
                  <a:pt x="222250" y="208012"/>
                  <a:pt x="222250" y="190500"/>
                </a:cubicBezTo>
                <a:lnTo>
                  <a:pt x="242094" y="190500"/>
                </a:lnTo>
                <a:cubicBezTo>
                  <a:pt x="248692" y="190500"/>
                  <a:pt x="254000" y="185192"/>
                  <a:pt x="254000" y="178594"/>
                </a:cubicBezTo>
                <a:cubicBezTo>
                  <a:pt x="254000" y="171996"/>
                  <a:pt x="248692" y="166688"/>
                  <a:pt x="242094" y="166688"/>
                </a:cubicBezTo>
                <a:lnTo>
                  <a:pt x="222250" y="166688"/>
                </a:lnTo>
                <a:lnTo>
                  <a:pt x="222250" y="138906"/>
                </a:lnTo>
                <a:lnTo>
                  <a:pt x="242094" y="138906"/>
                </a:lnTo>
                <a:cubicBezTo>
                  <a:pt x="248692" y="138906"/>
                  <a:pt x="254000" y="133598"/>
                  <a:pt x="254000" y="127000"/>
                </a:cubicBezTo>
                <a:cubicBezTo>
                  <a:pt x="254000" y="120402"/>
                  <a:pt x="248692" y="115094"/>
                  <a:pt x="242094" y="115094"/>
                </a:cubicBezTo>
                <a:lnTo>
                  <a:pt x="222250" y="115094"/>
                </a:lnTo>
                <a:lnTo>
                  <a:pt x="222250" y="87313"/>
                </a:lnTo>
                <a:lnTo>
                  <a:pt x="242094" y="87313"/>
                </a:lnTo>
                <a:cubicBezTo>
                  <a:pt x="248692" y="87313"/>
                  <a:pt x="254000" y="82004"/>
                  <a:pt x="254000" y="75406"/>
                </a:cubicBezTo>
                <a:cubicBezTo>
                  <a:pt x="254000" y="68808"/>
                  <a:pt x="248692" y="63500"/>
                  <a:pt x="242094" y="63500"/>
                </a:cubicBezTo>
                <a:lnTo>
                  <a:pt x="222250" y="63500"/>
                </a:lnTo>
                <a:cubicBezTo>
                  <a:pt x="222250" y="45988"/>
                  <a:pt x="208012" y="31750"/>
                  <a:pt x="190500" y="31750"/>
                </a:cubicBezTo>
                <a:lnTo>
                  <a:pt x="190500" y="11906"/>
                </a:lnTo>
                <a:cubicBezTo>
                  <a:pt x="190500" y="5308"/>
                  <a:pt x="185192" y="0"/>
                  <a:pt x="178594" y="0"/>
                </a:cubicBezTo>
                <a:cubicBezTo>
                  <a:pt x="171996" y="0"/>
                  <a:pt x="166688" y="5308"/>
                  <a:pt x="166688" y="11906"/>
                </a:cubicBezTo>
                <a:lnTo>
                  <a:pt x="166688" y="31750"/>
                </a:lnTo>
                <a:lnTo>
                  <a:pt x="138906" y="31750"/>
                </a:lnTo>
                <a:lnTo>
                  <a:pt x="138906" y="11906"/>
                </a:lnTo>
                <a:cubicBezTo>
                  <a:pt x="138906" y="5308"/>
                  <a:pt x="133598" y="0"/>
                  <a:pt x="127000" y="0"/>
                </a:cubicBezTo>
                <a:cubicBezTo>
                  <a:pt x="120402" y="0"/>
                  <a:pt x="115094" y="5308"/>
                  <a:pt x="115094" y="11906"/>
                </a:cubicBezTo>
                <a:lnTo>
                  <a:pt x="115094" y="31750"/>
                </a:lnTo>
                <a:lnTo>
                  <a:pt x="87313" y="31750"/>
                </a:lnTo>
                <a:lnTo>
                  <a:pt x="87313" y="11906"/>
                </a:lnTo>
                <a:close/>
                <a:moveTo>
                  <a:pt x="79375" y="63500"/>
                </a:moveTo>
                <a:lnTo>
                  <a:pt x="174625" y="63500"/>
                </a:lnTo>
                <a:cubicBezTo>
                  <a:pt x="183406" y="63500"/>
                  <a:pt x="190500" y="70594"/>
                  <a:pt x="190500" y="79375"/>
                </a:cubicBezTo>
                <a:lnTo>
                  <a:pt x="190500" y="174625"/>
                </a:lnTo>
                <a:cubicBezTo>
                  <a:pt x="190500" y="183406"/>
                  <a:pt x="183406" y="190500"/>
                  <a:pt x="174625" y="190500"/>
                </a:cubicBezTo>
                <a:lnTo>
                  <a:pt x="79375" y="190500"/>
                </a:lnTo>
                <a:cubicBezTo>
                  <a:pt x="70594" y="190500"/>
                  <a:pt x="63500" y="183406"/>
                  <a:pt x="63500" y="174625"/>
                </a:cubicBezTo>
                <a:lnTo>
                  <a:pt x="63500" y="79375"/>
                </a:lnTo>
                <a:cubicBezTo>
                  <a:pt x="63500" y="70594"/>
                  <a:pt x="70594" y="63500"/>
                  <a:pt x="79375" y="63500"/>
                </a:cubicBezTo>
                <a:close/>
                <a:moveTo>
                  <a:pt x="87313" y="87313"/>
                </a:moveTo>
                <a:lnTo>
                  <a:pt x="87313" y="166688"/>
                </a:lnTo>
                <a:lnTo>
                  <a:pt x="166688" y="166688"/>
                </a:lnTo>
                <a:lnTo>
                  <a:pt x="166688" y="87313"/>
                </a:lnTo>
                <a:lnTo>
                  <a:pt x="87313" y="87313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7" name="Text 35"/>
          <p:cNvSpPr/>
          <p:nvPr/>
        </p:nvSpPr>
        <p:spPr>
          <a:xfrm>
            <a:off x="7712208" y="5596468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Interface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42308" y="6002868"/>
            <a:ext cx="811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4 (Traffic Light Control)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34874" y="6726769"/>
            <a:ext cx="8403167" cy="1176867"/>
          </a:xfrm>
          <a:custGeom>
            <a:avLst/>
            <a:gdLst/>
            <a:ahLst/>
            <a:cxnLst/>
            <a:rect l="l" t="t" r="r" b="b"/>
            <a:pathLst>
              <a:path w="8403167" h="1176867">
                <a:moveTo>
                  <a:pt x="101599" y="0"/>
                </a:moveTo>
                <a:lnTo>
                  <a:pt x="8301568" y="0"/>
                </a:lnTo>
                <a:cubicBezTo>
                  <a:pt x="8357679" y="0"/>
                  <a:pt x="8403167" y="45487"/>
                  <a:pt x="8403167" y="101599"/>
                </a:cubicBezTo>
                <a:lnTo>
                  <a:pt x="8403167" y="1075268"/>
                </a:lnTo>
                <a:cubicBezTo>
                  <a:pt x="8403167" y="1131379"/>
                  <a:pt x="8357679" y="1176867"/>
                  <a:pt x="8301568" y="1176867"/>
                </a:cubicBezTo>
                <a:lnTo>
                  <a:pt x="101599" y="1176867"/>
                </a:lnTo>
                <a:cubicBezTo>
                  <a:pt x="45487" y="1176867"/>
                  <a:pt x="0" y="1131379"/>
                  <a:pt x="0" y="1075268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74058" y="695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1" name="Text 39"/>
          <p:cNvSpPr/>
          <p:nvPr/>
        </p:nvSpPr>
        <p:spPr>
          <a:xfrm>
            <a:off x="7712208" y="69342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AEAE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Model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42308" y="7340600"/>
            <a:ext cx="811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(.model small)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" name="Shape 3"/>
          <p:cNvSpPr/>
          <p:nvPr/>
        </p:nvSpPr>
        <p:spPr>
          <a:xfrm>
            <a:off x="733425" y="200660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31750" y="-15875"/>
                </a:moveTo>
                <a:cubicBezTo>
                  <a:pt x="14238" y="-15875"/>
                  <a:pt x="0" y="-1637"/>
                  <a:pt x="0" y="15875"/>
                </a:cubicBezTo>
                <a:lnTo>
                  <a:pt x="0" y="190500"/>
                </a:lnTo>
                <a:cubicBezTo>
                  <a:pt x="0" y="234355"/>
                  <a:pt x="35520" y="269875"/>
                  <a:pt x="79375" y="269875"/>
                </a:cubicBezTo>
                <a:cubicBezTo>
                  <a:pt x="123230" y="269875"/>
                  <a:pt x="158750" y="234355"/>
                  <a:pt x="158750" y="190500"/>
                </a:cubicBezTo>
                <a:lnTo>
                  <a:pt x="158750" y="15875"/>
                </a:lnTo>
                <a:cubicBezTo>
                  <a:pt x="158750" y="-1637"/>
                  <a:pt x="144512" y="-15875"/>
                  <a:pt x="127000" y="-15875"/>
                </a:cubicBezTo>
                <a:lnTo>
                  <a:pt x="31750" y="-15875"/>
                </a:lnTo>
                <a:close/>
                <a:moveTo>
                  <a:pt x="79375" y="178594"/>
                </a:moveTo>
                <a:cubicBezTo>
                  <a:pt x="94704" y="178594"/>
                  <a:pt x="107156" y="191046"/>
                  <a:pt x="107156" y="206375"/>
                </a:cubicBezTo>
                <a:cubicBezTo>
                  <a:pt x="107156" y="221704"/>
                  <a:pt x="94704" y="234156"/>
                  <a:pt x="79375" y="234156"/>
                </a:cubicBezTo>
                <a:cubicBezTo>
                  <a:pt x="64046" y="234156"/>
                  <a:pt x="51594" y="221704"/>
                  <a:pt x="51594" y="206375"/>
                </a:cubicBezTo>
                <a:cubicBezTo>
                  <a:pt x="51594" y="191046"/>
                  <a:pt x="64046" y="178594"/>
                  <a:pt x="79375" y="178594"/>
                </a:cubicBezTo>
                <a:close/>
                <a:moveTo>
                  <a:pt x="107156" y="127000"/>
                </a:moveTo>
                <a:cubicBezTo>
                  <a:pt x="107156" y="142333"/>
                  <a:pt x="94708" y="154781"/>
                  <a:pt x="79375" y="154781"/>
                </a:cubicBezTo>
                <a:cubicBezTo>
                  <a:pt x="64042" y="154781"/>
                  <a:pt x="51594" y="142333"/>
                  <a:pt x="51594" y="127000"/>
                </a:cubicBezTo>
                <a:cubicBezTo>
                  <a:pt x="51594" y="111667"/>
                  <a:pt x="64042" y="99219"/>
                  <a:pt x="79375" y="99219"/>
                </a:cubicBezTo>
                <a:cubicBezTo>
                  <a:pt x="94708" y="99219"/>
                  <a:pt x="107156" y="111667"/>
                  <a:pt x="107156" y="127000"/>
                </a:cubicBezTo>
                <a:close/>
                <a:moveTo>
                  <a:pt x="79375" y="75406"/>
                </a:moveTo>
                <a:cubicBezTo>
                  <a:pt x="64042" y="75406"/>
                  <a:pt x="51594" y="62958"/>
                  <a:pt x="51594" y="47625"/>
                </a:cubicBezTo>
                <a:cubicBezTo>
                  <a:pt x="51594" y="32292"/>
                  <a:pt x="64042" y="19844"/>
                  <a:pt x="79375" y="19844"/>
                </a:cubicBezTo>
                <a:cubicBezTo>
                  <a:pt x="94708" y="19844"/>
                  <a:pt x="107156" y="32292"/>
                  <a:pt x="107156" y="47625"/>
                </a:cubicBezTo>
                <a:cubicBezTo>
                  <a:pt x="107156" y="62958"/>
                  <a:pt x="94708" y="75406"/>
                  <a:pt x="79375" y="754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9558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Traffic Control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2540000"/>
            <a:ext cx="4889500" cy="1574800"/>
          </a:xfrm>
          <a:custGeom>
            <a:avLst/>
            <a:gdLst/>
            <a:ahLst/>
            <a:cxnLst/>
            <a:rect l="l" t="t" r="r" b="b"/>
            <a:pathLst>
              <a:path w="4889500" h="1574800">
                <a:moveTo>
                  <a:pt x="50800" y="0"/>
                </a:moveTo>
                <a:lnTo>
                  <a:pt x="4787894" y="0"/>
                </a:lnTo>
                <a:cubicBezTo>
                  <a:pt x="4844009" y="0"/>
                  <a:pt x="4889500" y="45491"/>
                  <a:pt x="4889500" y="101606"/>
                </a:cubicBezTo>
                <a:lnTo>
                  <a:pt x="4889500" y="1473194"/>
                </a:lnTo>
                <a:cubicBezTo>
                  <a:pt x="4889500" y="1529309"/>
                  <a:pt x="4844009" y="1574800"/>
                  <a:pt x="47878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2540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9" name="Text 7"/>
          <p:cNvSpPr/>
          <p:nvPr/>
        </p:nvSpPr>
        <p:spPr>
          <a:xfrm>
            <a:off x="711200" y="26924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Multi-Directional Management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0250" y="312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1" name="Text 9"/>
          <p:cNvSpPr/>
          <p:nvPr/>
        </p:nvSpPr>
        <p:spPr>
          <a:xfrm>
            <a:off x="1003300" y="3098800"/>
            <a:ext cx="387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North-South and East-West control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025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3300" y="3403600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Synchronized signal transitions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0250" y="3733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" y="3708400"/>
            <a:ext cx="316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All-red clearance phase between cycles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267200"/>
            <a:ext cx="4889500" cy="2133600"/>
          </a:xfrm>
          <a:custGeom>
            <a:avLst/>
            <a:gdLst/>
            <a:ahLst/>
            <a:cxnLst/>
            <a:rect l="l" t="t" r="r" b="b"/>
            <a:pathLst>
              <a:path w="4889500" h="2133600">
                <a:moveTo>
                  <a:pt x="50800" y="0"/>
                </a:moveTo>
                <a:lnTo>
                  <a:pt x="4787898" y="0"/>
                </a:lnTo>
                <a:cubicBezTo>
                  <a:pt x="4844011" y="0"/>
                  <a:pt x="4889500" y="45489"/>
                  <a:pt x="4889500" y="101602"/>
                </a:cubicBezTo>
                <a:lnTo>
                  <a:pt x="4889500" y="2031998"/>
                </a:lnTo>
                <a:cubicBezTo>
                  <a:pt x="4889500" y="2088111"/>
                  <a:pt x="4844011" y="2133600"/>
                  <a:pt x="4787898" y="2133600"/>
                </a:cubicBezTo>
                <a:lnTo>
                  <a:pt x="50800" y="2133600"/>
                </a:lnTo>
                <a:cubicBezTo>
                  <a:pt x="22744" y="2133600"/>
                  <a:pt x="0" y="2110856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42672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1200" y="44196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 States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6600" y="4826000"/>
            <a:ext cx="2197100" cy="660400"/>
          </a:xfrm>
          <a:custGeom>
            <a:avLst/>
            <a:gdLst/>
            <a:ahLst/>
            <a:cxnLst/>
            <a:rect l="l" t="t" r="r" b="b"/>
            <a:pathLst>
              <a:path w="2197100" h="660400">
                <a:moveTo>
                  <a:pt x="50798" y="0"/>
                </a:moveTo>
                <a:lnTo>
                  <a:pt x="2146302" y="0"/>
                </a:lnTo>
                <a:cubicBezTo>
                  <a:pt x="2174357" y="0"/>
                  <a:pt x="2197100" y="22743"/>
                  <a:pt x="2197100" y="50798"/>
                </a:cubicBezTo>
                <a:lnTo>
                  <a:pt x="2197100" y="609602"/>
                </a:lnTo>
                <a:cubicBezTo>
                  <a:pt x="2197100" y="637657"/>
                  <a:pt x="2174357" y="660400"/>
                  <a:pt x="2146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6600" y="48260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" y="4927600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Green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" y="5181600"/>
            <a:ext cx="204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Red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064933" y="4826000"/>
            <a:ext cx="2197100" cy="660400"/>
          </a:xfrm>
          <a:custGeom>
            <a:avLst/>
            <a:gdLst/>
            <a:ahLst/>
            <a:cxnLst/>
            <a:rect l="l" t="t" r="r" b="b"/>
            <a:pathLst>
              <a:path w="2197100" h="660400">
                <a:moveTo>
                  <a:pt x="50798" y="0"/>
                </a:moveTo>
                <a:lnTo>
                  <a:pt x="2146302" y="0"/>
                </a:lnTo>
                <a:cubicBezTo>
                  <a:pt x="2174357" y="0"/>
                  <a:pt x="2197100" y="22743"/>
                  <a:pt x="2197100" y="50798"/>
                </a:cubicBezTo>
                <a:lnTo>
                  <a:pt x="2197100" y="609602"/>
                </a:lnTo>
                <a:cubicBezTo>
                  <a:pt x="2197100" y="637657"/>
                  <a:pt x="2174357" y="660400"/>
                  <a:pt x="2146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064933" y="48260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5" name="Text 23"/>
          <p:cNvSpPr/>
          <p:nvPr/>
        </p:nvSpPr>
        <p:spPr>
          <a:xfrm>
            <a:off x="3191933" y="4927600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A65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Yellow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91933" y="5181600"/>
            <a:ext cx="204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6600" y="5588000"/>
            <a:ext cx="2197100" cy="660400"/>
          </a:xfrm>
          <a:custGeom>
            <a:avLst/>
            <a:gdLst/>
            <a:ahLst/>
            <a:cxnLst/>
            <a:rect l="l" t="t" r="r" b="b"/>
            <a:pathLst>
              <a:path w="2197100" h="660400">
                <a:moveTo>
                  <a:pt x="50798" y="0"/>
                </a:moveTo>
                <a:lnTo>
                  <a:pt x="2146302" y="0"/>
                </a:lnTo>
                <a:cubicBezTo>
                  <a:pt x="2174357" y="0"/>
                  <a:pt x="2197100" y="22743"/>
                  <a:pt x="2197100" y="50798"/>
                </a:cubicBezTo>
                <a:lnTo>
                  <a:pt x="2197100" y="609602"/>
                </a:lnTo>
                <a:cubicBezTo>
                  <a:pt x="2197100" y="637657"/>
                  <a:pt x="2174357" y="660400"/>
                  <a:pt x="2146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600" y="55880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" y="5689600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Green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" y="5943600"/>
            <a:ext cx="204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Red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933" y="5588000"/>
            <a:ext cx="2197100" cy="660400"/>
          </a:xfrm>
          <a:custGeom>
            <a:avLst/>
            <a:gdLst/>
            <a:ahLst/>
            <a:cxnLst/>
            <a:rect l="l" t="t" r="r" b="b"/>
            <a:pathLst>
              <a:path w="2197100" h="660400">
                <a:moveTo>
                  <a:pt x="50798" y="0"/>
                </a:moveTo>
                <a:lnTo>
                  <a:pt x="2146302" y="0"/>
                </a:lnTo>
                <a:cubicBezTo>
                  <a:pt x="2174357" y="0"/>
                  <a:pt x="2197100" y="22743"/>
                  <a:pt x="2197100" y="50798"/>
                </a:cubicBezTo>
                <a:lnTo>
                  <a:pt x="2197100" y="609602"/>
                </a:lnTo>
                <a:cubicBezTo>
                  <a:pt x="2197100" y="637657"/>
                  <a:pt x="2174357" y="660400"/>
                  <a:pt x="2146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064933" y="55880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Text 31"/>
          <p:cNvSpPr/>
          <p:nvPr/>
        </p:nvSpPr>
        <p:spPr>
          <a:xfrm>
            <a:off x="3191933" y="5689600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191933" y="5943600"/>
            <a:ext cx="204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72667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5850467" y="200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34667" y="19558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98067" y="2540000"/>
            <a:ext cx="4889500" cy="2336800"/>
          </a:xfrm>
          <a:custGeom>
            <a:avLst/>
            <a:gdLst/>
            <a:ahLst/>
            <a:cxnLst/>
            <a:rect l="l" t="t" r="r" b="b"/>
            <a:pathLst>
              <a:path w="4889500" h="2336800">
                <a:moveTo>
                  <a:pt x="50800" y="0"/>
                </a:moveTo>
                <a:lnTo>
                  <a:pt x="4787896" y="0"/>
                </a:lnTo>
                <a:cubicBezTo>
                  <a:pt x="4844010" y="0"/>
                  <a:pt x="4889500" y="45490"/>
                  <a:pt x="4889500" y="101604"/>
                </a:cubicBezTo>
                <a:lnTo>
                  <a:pt x="4889500" y="2235196"/>
                </a:lnTo>
                <a:cubicBezTo>
                  <a:pt x="4889500" y="2291310"/>
                  <a:pt x="4844010" y="2336800"/>
                  <a:pt x="4787896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698067" y="25400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0" name="Text 38"/>
          <p:cNvSpPr/>
          <p:nvPr/>
        </p:nvSpPr>
        <p:spPr>
          <a:xfrm>
            <a:off x="5875867" y="26924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Countdown Timers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75867" y="3098800"/>
            <a:ext cx="4559300" cy="660400"/>
          </a:xfrm>
          <a:custGeom>
            <a:avLst/>
            <a:gdLst/>
            <a:ahLst/>
            <a:cxnLst/>
            <a:rect l="l" t="t" r="r" b="b"/>
            <a:pathLst>
              <a:path w="4559300" h="660400">
                <a:moveTo>
                  <a:pt x="50798" y="0"/>
                </a:moveTo>
                <a:lnTo>
                  <a:pt x="4508502" y="0"/>
                </a:lnTo>
                <a:cubicBezTo>
                  <a:pt x="4536557" y="0"/>
                  <a:pt x="4559300" y="22743"/>
                  <a:pt x="4559300" y="50798"/>
                </a:cubicBezTo>
                <a:lnTo>
                  <a:pt x="4559300" y="609602"/>
                </a:lnTo>
                <a:cubicBezTo>
                  <a:pt x="4559300" y="637657"/>
                  <a:pt x="4536557" y="660400"/>
                  <a:pt x="4508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028267" y="3293535"/>
            <a:ext cx="1748234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NS: 5s EW: 5s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04442" y="3886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167967" y="38608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Updates every second during green phases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904442" y="4191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6" name="Text 44"/>
          <p:cNvSpPr/>
          <p:nvPr/>
        </p:nvSpPr>
        <p:spPr>
          <a:xfrm>
            <a:off x="6167967" y="41656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Color-coded in green (0Ah) for visibility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04442" y="4495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8" name="Text 46"/>
          <p:cNvSpPr/>
          <p:nvPr/>
        </p:nvSpPr>
        <p:spPr>
          <a:xfrm>
            <a:off x="6167967" y="44704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Positioned at top-right corner of display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98067" y="5029200"/>
            <a:ext cx="4889500" cy="2336800"/>
          </a:xfrm>
          <a:custGeom>
            <a:avLst/>
            <a:gdLst/>
            <a:ahLst/>
            <a:cxnLst/>
            <a:rect l="l" t="t" r="r" b="b"/>
            <a:pathLst>
              <a:path w="4889500" h="2336800">
                <a:moveTo>
                  <a:pt x="50800" y="0"/>
                </a:moveTo>
                <a:lnTo>
                  <a:pt x="4787896" y="0"/>
                </a:lnTo>
                <a:cubicBezTo>
                  <a:pt x="4844010" y="0"/>
                  <a:pt x="4889500" y="45490"/>
                  <a:pt x="4889500" y="101604"/>
                </a:cubicBezTo>
                <a:lnTo>
                  <a:pt x="4889500" y="2235196"/>
                </a:lnTo>
                <a:cubicBezTo>
                  <a:pt x="4889500" y="2291310"/>
                  <a:pt x="4844010" y="2336800"/>
                  <a:pt x="4787896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698067" y="50292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1" name="Text 49"/>
          <p:cNvSpPr/>
          <p:nvPr/>
        </p:nvSpPr>
        <p:spPr>
          <a:xfrm>
            <a:off x="5875867" y="51816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Statistics Dashboard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875867" y="5588000"/>
            <a:ext cx="2222500" cy="762000"/>
          </a:xfrm>
          <a:custGeom>
            <a:avLst/>
            <a:gdLst/>
            <a:ahLst/>
            <a:cxnLst/>
            <a:rect l="l" t="t" r="r" b="b"/>
            <a:pathLst>
              <a:path w="2222500" h="762000">
                <a:moveTo>
                  <a:pt x="50803" y="0"/>
                </a:moveTo>
                <a:lnTo>
                  <a:pt x="2171697" y="0"/>
                </a:lnTo>
                <a:cubicBezTo>
                  <a:pt x="2199755" y="0"/>
                  <a:pt x="2222500" y="22745"/>
                  <a:pt x="2222500" y="50803"/>
                </a:cubicBezTo>
                <a:lnTo>
                  <a:pt x="2222500" y="711197"/>
                </a:lnTo>
                <a:cubicBezTo>
                  <a:pt x="2222500" y="739255"/>
                  <a:pt x="2199755" y="762000"/>
                  <a:pt x="2171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920317" y="5689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939367" y="6045200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Cycle Counter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04200" y="5588000"/>
            <a:ext cx="2222500" cy="762000"/>
          </a:xfrm>
          <a:custGeom>
            <a:avLst/>
            <a:gdLst/>
            <a:ahLst/>
            <a:cxnLst/>
            <a:rect l="l" t="t" r="r" b="b"/>
            <a:pathLst>
              <a:path w="2222500" h="762000">
                <a:moveTo>
                  <a:pt x="50803" y="0"/>
                </a:moveTo>
                <a:lnTo>
                  <a:pt x="2171697" y="0"/>
                </a:lnTo>
                <a:cubicBezTo>
                  <a:pt x="2199755" y="0"/>
                  <a:pt x="2222500" y="22745"/>
                  <a:pt x="2222500" y="50803"/>
                </a:cubicBezTo>
                <a:lnTo>
                  <a:pt x="2222500" y="711197"/>
                </a:lnTo>
                <a:cubicBezTo>
                  <a:pt x="2222500" y="739255"/>
                  <a:pt x="2199755" y="762000"/>
                  <a:pt x="2171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248650" y="5689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1,248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67700" y="6045200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Cars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875867" y="6451600"/>
            <a:ext cx="2222500" cy="762000"/>
          </a:xfrm>
          <a:custGeom>
            <a:avLst/>
            <a:gdLst/>
            <a:ahLst/>
            <a:cxnLst/>
            <a:rect l="l" t="t" r="r" b="b"/>
            <a:pathLst>
              <a:path w="2222500" h="762000">
                <a:moveTo>
                  <a:pt x="50803" y="0"/>
                </a:moveTo>
                <a:lnTo>
                  <a:pt x="2171697" y="0"/>
                </a:lnTo>
                <a:cubicBezTo>
                  <a:pt x="2199755" y="0"/>
                  <a:pt x="2222500" y="22745"/>
                  <a:pt x="2222500" y="50803"/>
                </a:cubicBezTo>
                <a:lnTo>
                  <a:pt x="2222500" y="711197"/>
                </a:lnTo>
                <a:cubicBezTo>
                  <a:pt x="2222500" y="739255"/>
                  <a:pt x="2199755" y="762000"/>
                  <a:pt x="2171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920317" y="65532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892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939367" y="6908800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Cars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04200" y="6451600"/>
            <a:ext cx="2222500" cy="762000"/>
          </a:xfrm>
          <a:custGeom>
            <a:avLst/>
            <a:gdLst/>
            <a:ahLst/>
            <a:cxnLst/>
            <a:rect l="l" t="t" r="r" b="b"/>
            <a:pathLst>
              <a:path w="2222500" h="762000">
                <a:moveTo>
                  <a:pt x="50803" y="0"/>
                </a:moveTo>
                <a:lnTo>
                  <a:pt x="2171697" y="0"/>
                </a:lnTo>
                <a:cubicBezTo>
                  <a:pt x="2199755" y="0"/>
                  <a:pt x="2222500" y="22745"/>
                  <a:pt x="2222500" y="50803"/>
                </a:cubicBezTo>
                <a:lnTo>
                  <a:pt x="2222500" y="711197"/>
                </a:lnTo>
                <a:cubicBezTo>
                  <a:pt x="2222500" y="739255"/>
                  <a:pt x="2199755" y="762000"/>
                  <a:pt x="2171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8248650" y="65532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2/sec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267700" y="6908800"/>
            <a:ext cx="209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837334" y="182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46884" y="2006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95250" y="39688"/>
                </a:moveTo>
                <a:cubicBezTo>
                  <a:pt x="110583" y="39688"/>
                  <a:pt x="123031" y="27239"/>
                  <a:pt x="123031" y="11906"/>
                </a:cubicBezTo>
                <a:cubicBezTo>
                  <a:pt x="123031" y="-3427"/>
                  <a:pt x="110583" y="-15875"/>
                  <a:pt x="95250" y="-15875"/>
                </a:cubicBezTo>
                <a:cubicBezTo>
                  <a:pt x="79917" y="-15875"/>
                  <a:pt x="67469" y="-3427"/>
                  <a:pt x="67469" y="11906"/>
                </a:cubicBezTo>
                <a:cubicBezTo>
                  <a:pt x="67469" y="27239"/>
                  <a:pt x="79917" y="39688"/>
                  <a:pt x="95250" y="39688"/>
                </a:cubicBezTo>
                <a:close/>
                <a:moveTo>
                  <a:pt x="52288" y="113060"/>
                </a:moveTo>
                <a:lnTo>
                  <a:pt x="63500" y="101848"/>
                </a:lnTo>
                <a:lnTo>
                  <a:pt x="63500" y="136227"/>
                </a:lnTo>
                <a:cubicBezTo>
                  <a:pt x="63500" y="150118"/>
                  <a:pt x="69552" y="163364"/>
                  <a:pt x="80119" y="172393"/>
                </a:cubicBezTo>
                <a:lnTo>
                  <a:pt x="115540" y="202754"/>
                </a:lnTo>
                <a:cubicBezTo>
                  <a:pt x="118467" y="205284"/>
                  <a:pt x="120402" y="208756"/>
                  <a:pt x="120948" y="212576"/>
                </a:cubicBezTo>
                <a:lnTo>
                  <a:pt x="127198" y="256282"/>
                </a:lnTo>
                <a:cubicBezTo>
                  <a:pt x="128439" y="264964"/>
                  <a:pt x="136475" y="271016"/>
                  <a:pt x="145157" y="269776"/>
                </a:cubicBezTo>
                <a:cubicBezTo>
                  <a:pt x="153839" y="268536"/>
                  <a:pt x="159891" y="260499"/>
                  <a:pt x="158651" y="251817"/>
                </a:cubicBezTo>
                <a:lnTo>
                  <a:pt x="152400" y="208111"/>
                </a:lnTo>
                <a:cubicBezTo>
                  <a:pt x="150763" y="196652"/>
                  <a:pt x="145008" y="186234"/>
                  <a:pt x="136227" y="178693"/>
                </a:cubicBezTo>
                <a:lnTo>
                  <a:pt x="119112" y="164009"/>
                </a:lnTo>
                <a:lnTo>
                  <a:pt x="119112" y="106859"/>
                </a:lnTo>
                <a:lnTo>
                  <a:pt x="120997" y="109190"/>
                </a:lnTo>
                <a:cubicBezTo>
                  <a:pt x="130026" y="120501"/>
                  <a:pt x="143718" y="127050"/>
                  <a:pt x="158204" y="127050"/>
                </a:cubicBezTo>
                <a:lnTo>
                  <a:pt x="174675" y="127050"/>
                </a:lnTo>
                <a:cubicBezTo>
                  <a:pt x="183455" y="127050"/>
                  <a:pt x="190550" y="119955"/>
                  <a:pt x="190550" y="111175"/>
                </a:cubicBezTo>
                <a:cubicBezTo>
                  <a:pt x="190550" y="102394"/>
                  <a:pt x="183455" y="95300"/>
                  <a:pt x="174675" y="95300"/>
                </a:cubicBezTo>
                <a:lnTo>
                  <a:pt x="158204" y="95300"/>
                </a:lnTo>
                <a:cubicBezTo>
                  <a:pt x="153392" y="95300"/>
                  <a:pt x="148828" y="93117"/>
                  <a:pt x="145802" y="89346"/>
                </a:cubicBezTo>
                <a:lnTo>
                  <a:pt x="136922" y="78234"/>
                </a:lnTo>
                <a:cubicBezTo>
                  <a:pt x="125512" y="63946"/>
                  <a:pt x="108198" y="55612"/>
                  <a:pt x="89892" y="55612"/>
                </a:cubicBezTo>
                <a:cubicBezTo>
                  <a:pt x="73918" y="55612"/>
                  <a:pt x="58589" y="61962"/>
                  <a:pt x="47327" y="73273"/>
                </a:cubicBezTo>
                <a:lnTo>
                  <a:pt x="29815" y="90587"/>
                </a:lnTo>
                <a:cubicBezTo>
                  <a:pt x="20886" y="99516"/>
                  <a:pt x="15875" y="111621"/>
                  <a:pt x="15875" y="124271"/>
                </a:cubicBezTo>
                <a:lnTo>
                  <a:pt x="15875" y="142875"/>
                </a:lnTo>
                <a:cubicBezTo>
                  <a:pt x="15875" y="151656"/>
                  <a:pt x="22969" y="158750"/>
                  <a:pt x="31750" y="158750"/>
                </a:cubicBezTo>
                <a:cubicBezTo>
                  <a:pt x="40531" y="158750"/>
                  <a:pt x="47625" y="151656"/>
                  <a:pt x="47625" y="142875"/>
                </a:cubicBezTo>
                <a:lnTo>
                  <a:pt x="47625" y="124271"/>
                </a:lnTo>
                <a:cubicBezTo>
                  <a:pt x="47625" y="120055"/>
                  <a:pt x="49312" y="116036"/>
                  <a:pt x="52288" y="113060"/>
                </a:cubicBezTo>
                <a:close/>
                <a:moveTo>
                  <a:pt x="58440" y="202059"/>
                </a:moveTo>
                <a:cubicBezTo>
                  <a:pt x="57696" y="204639"/>
                  <a:pt x="56307" y="207020"/>
                  <a:pt x="54421" y="208905"/>
                </a:cubicBezTo>
                <a:lnTo>
                  <a:pt x="20538" y="242788"/>
                </a:lnTo>
                <a:cubicBezTo>
                  <a:pt x="14337" y="248989"/>
                  <a:pt x="14337" y="259060"/>
                  <a:pt x="20538" y="265261"/>
                </a:cubicBezTo>
                <a:cubicBezTo>
                  <a:pt x="26739" y="271462"/>
                  <a:pt x="36810" y="271462"/>
                  <a:pt x="43011" y="265261"/>
                </a:cubicBezTo>
                <a:lnTo>
                  <a:pt x="76895" y="231378"/>
                </a:lnTo>
                <a:cubicBezTo>
                  <a:pt x="82600" y="225673"/>
                  <a:pt x="86767" y="218579"/>
                  <a:pt x="88999" y="210790"/>
                </a:cubicBezTo>
                <a:lnTo>
                  <a:pt x="90091" y="207020"/>
                </a:lnTo>
                <a:lnTo>
                  <a:pt x="67270" y="187474"/>
                </a:lnTo>
                <a:cubicBezTo>
                  <a:pt x="66030" y="186382"/>
                  <a:pt x="64790" y="185291"/>
                  <a:pt x="63599" y="184100"/>
                </a:cubicBezTo>
                <a:lnTo>
                  <a:pt x="58440" y="20205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11599334" y="1955800"/>
            <a:ext cx="210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Pedestrian Safety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862734" y="2540000"/>
            <a:ext cx="4889500" cy="2895600"/>
          </a:xfrm>
          <a:custGeom>
            <a:avLst/>
            <a:gdLst/>
            <a:ahLst/>
            <a:cxnLst/>
            <a:rect l="l" t="t" r="r" b="b"/>
            <a:pathLst>
              <a:path w="4889500" h="2895600">
                <a:moveTo>
                  <a:pt x="50800" y="0"/>
                </a:moveTo>
                <a:lnTo>
                  <a:pt x="4787893" y="0"/>
                </a:lnTo>
                <a:cubicBezTo>
                  <a:pt x="4844009" y="0"/>
                  <a:pt x="4889500" y="45491"/>
                  <a:pt x="4889500" y="101607"/>
                </a:cubicBezTo>
                <a:lnTo>
                  <a:pt x="4889500" y="2793993"/>
                </a:lnTo>
                <a:cubicBezTo>
                  <a:pt x="4889500" y="2850109"/>
                  <a:pt x="4844009" y="2895600"/>
                  <a:pt x="4787893" y="2895600"/>
                </a:cubicBezTo>
                <a:lnTo>
                  <a:pt x="50800" y="2895600"/>
                </a:lnTo>
                <a:cubicBezTo>
                  <a:pt x="22744" y="2895600"/>
                  <a:pt x="0" y="2872856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862734" y="2540000"/>
            <a:ext cx="50800" cy="2895600"/>
          </a:xfrm>
          <a:custGeom>
            <a:avLst/>
            <a:gdLst/>
            <a:ahLst/>
            <a:cxnLst/>
            <a:rect l="l" t="t" r="r" b="b"/>
            <a:pathLst>
              <a:path w="50800" h="2895600">
                <a:moveTo>
                  <a:pt x="50800" y="0"/>
                </a:moveTo>
                <a:lnTo>
                  <a:pt x="50800" y="0"/>
                </a:lnTo>
                <a:lnTo>
                  <a:pt x="50800" y="2895600"/>
                </a:lnTo>
                <a:lnTo>
                  <a:pt x="50800" y="2895600"/>
                </a:lnTo>
                <a:cubicBezTo>
                  <a:pt x="22763" y="2895600"/>
                  <a:pt x="0" y="2872837"/>
                  <a:pt x="0" y="284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69" name="Text 67"/>
          <p:cNvSpPr/>
          <p:nvPr/>
        </p:nvSpPr>
        <p:spPr>
          <a:xfrm>
            <a:off x="11040534" y="26924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Direction-Specific Signals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040534" y="3098800"/>
            <a:ext cx="4559300" cy="660400"/>
          </a:xfrm>
          <a:custGeom>
            <a:avLst/>
            <a:gdLst/>
            <a:ahLst/>
            <a:cxnLst/>
            <a:rect l="l" t="t" r="r" b="b"/>
            <a:pathLst>
              <a:path w="4559300" h="660400">
                <a:moveTo>
                  <a:pt x="50798" y="0"/>
                </a:moveTo>
                <a:lnTo>
                  <a:pt x="4508502" y="0"/>
                </a:lnTo>
                <a:cubicBezTo>
                  <a:pt x="4536557" y="0"/>
                  <a:pt x="4559300" y="22743"/>
                  <a:pt x="4559300" y="50798"/>
                </a:cubicBezTo>
                <a:lnTo>
                  <a:pt x="4559300" y="609602"/>
                </a:lnTo>
                <a:cubicBezTo>
                  <a:pt x="4559300" y="637657"/>
                  <a:pt x="4536557" y="660400"/>
                  <a:pt x="4508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71" name="Text 69"/>
          <p:cNvSpPr/>
          <p:nvPr/>
        </p:nvSpPr>
        <p:spPr>
          <a:xfrm>
            <a:off x="11142134" y="32004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CROSS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142134" y="3454400"/>
            <a:ext cx="443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All-red phase only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040534" y="3860800"/>
            <a:ext cx="4559300" cy="660400"/>
          </a:xfrm>
          <a:custGeom>
            <a:avLst/>
            <a:gdLst/>
            <a:ahLst/>
            <a:cxnLst/>
            <a:rect l="l" t="t" r="r" b="b"/>
            <a:pathLst>
              <a:path w="4559300" h="660400">
                <a:moveTo>
                  <a:pt x="50798" y="0"/>
                </a:moveTo>
                <a:lnTo>
                  <a:pt x="4508502" y="0"/>
                </a:lnTo>
                <a:cubicBezTo>
                  <a:pt x="4536557" y="0"/>
                  <a:pt x="4559300" y="22743"/>
                  <a:pt x="4559300" y="50798"/>
                </a:cubicBezTo>
                <a:lnTo>
                  <a:pt x="4559300" y="609602"/>
                </a:lnTo>
                <a:cubicBezTo>
                  <a:pt x="4559300" y="637657"/>
                  <a:pt x="4536557" y="660400"/>
                  <a:pt x="4508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74" name="Text 72"/>
          <p:cNvSpPr/>
          <p:nvPr/>
        </p:nvSpPr>
        <p:spPr>
          <a:xfrm>
            <a:off x="11142134" y="39624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CROSS / EW CROSS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142134" y="4216400"/>
            <a:ext cx="443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Direction-specific green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1040534" y="4622800"/>
            <a:ext cx="4559300" cy="660400"/>
          </a:xfrm>
          <a:custGeom>
            <a:avLst/>
            <a:gdLst/>
            <a:ahLst/>
            <a:cxnLst/>
            <a:rect l="l" t="t" r="r" b="b"/>
            <a:pathLst>
              <a:path w="4559300" h="660400">
                <a:moveTo>
                  <a:pt x="50798" y="0"/>
                </a:moveTo>
                <a:lnTo>
                  <a:pt x="4508502" y="0"/>
                </a:lnTo>
                <a:cubicBezTo>
                  <a:pt x="4536557" y="0"/>
                  <a:pt x="4559300" y="22743"/>
                  <a:pt x="4559300" y="50798"/>
                </a:cubicBezTo>
                <a:lnTo>
                  <a:pt x="4559300" y="609602"/>
                </a:lnTo>
                <a:cubicBezTo>
                  <a:pt x="4559300" y="637657"/>
                  <a:pt x="4536557" y="660400"/>
                  <a:pt x="4508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77" name="Text 75"/>
          <p:cNvSpPr/>
          <p:nvPr/>
        </p:nvSpPr>
        <p:spPr>
          <a:xfrm>
            <a:off x="11142134" y="47244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142134" y="4978400"/>
            <a:ext cx="443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signal warning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0862734" y="5588000"/>
            <a:ext cx="4889500" cy="2247900"/>
          </a:xfrm>
          <a:custGeom>
            <a:avLst/>
            <a:gdLst/>
            <a:ahLst/>
            <a:cxnLst/>
            <a:rect l="l" t="t" r="r" b="b"/>
            <a:pathLst>
              <a:path w="4889500" h="2247900">
                <a:moveTo>
                  <a:pt x="50800" y="0"/>
                </a:moveTo>
                <a:lnTo>
                  <a:pt x="4787895" y="0"/>
                </a:lnTo>
                <a:cubicBezTo>
                  <a:pt x="4844010" y="0"/>
                  <a:pt x="4889500" y="45490"/>
                  <a:pt x="4889500" y="101605"/>
                </a:cubicBezTo>
                <a:lnTo>
                  <a:pt x="4889500" y="2146295"/>
                </a:lnTo>
                <a:cubicBezTo>
                  <a:pt x="4889500" y="2202410"/>
                  <a:pt x="4844010" y="2247900"/>
                  <a:pt x="4787895" y="2247900"/>
                </a:cubicBezTo>
                <a:lnTo>
                  <a:pt x="50800" y="2247900"/>
                </a:lnTo>
                <a:cubicBezTo>
                  <a:pt x="22763" y="2247900"/>
                  <a:pt x="0" y="2225137"/>
                  <a:pt x="0" y="219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0862734" y="5588000"/>
            <a:ext cx="50800" cy="2247900"/>
          </a:xfrm>
          <a:custGeom>
            <a:avLst/>
            <a:gdLst/>
            <a:ahLst/>
            <a:cxnLst/>
            <a:rect l="l" t="t" r="r" b="b"/>
            <a:pathLst>
              <a:path w="50800" h="2247900">
                <a:moveTo>
                  <a:pt x="50800" y="0"/>
                </a:moveTo>
                <a:lnTo>
                  <a:pt x="50800" y="0"/>
                </a:lnTo>
                <a:lnTo>
                  <a:pt x="50800" y="2247900"/>
                </a:lnTo>
                <a:lnTo>
                  <a:pt x="50800" y="2247900"/>
                </a:lnTo>
                <a:cubicBezTo>
                  <a:pt x="22763" y="2247900"/>
                  <a:pt x="0" y="2225137"/>
                  <a:pt x="0" y="219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1" name="Text 79"/>
          <p:cNvSpPr/>
          <p:nvPr/>
        </p:nvSpPr>
        <p:spPr>
          <a:xfrm>
            <a:off x="11040534" y="57404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Crossing Request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1040534" y="6146800"/>
            <a:ext cx="4559300" cy="876300"/>
          </a:xfrm>
          <a:custGeom>
            <a:avLst/>
            <a:gdLst/>
            <a:ahLst/>
            <a:cxnLst/>
            <a:rect l="l" t="t" r="r" b="b"/>
            <a:pathLst>
              <a:path w="4559300" h="876300">
                <a:moveTo>
                  <a:pt x="50799" y="0"/>
                </a:moveTo>
                <a:lnTo>
                  <a:pt x="4508501" y="0"/>
                </a:lnTo>
                <a:cubicBezTo>
                  <a:pt x="4536556" y="0"/>
                  <a:pt x="4559300" y="22744"/>
                  <a:pt x="4559300" y="50799"/>
                </a:cubicBezTo>
                <a:lnTo>
                  <a:pt x="4559300" y="825501"/>
                </a:lnTo>
                <a:cubicBezTo>
                  <a:pt x="4559300" y="853556"/>
                  <a:pt x="4536556" y="876300"/>
                  <a:pt x="4508501" y="876300"/>
                </a:cubicBezTo>
                <a:lnTo>
                  <a:pt x="50799" y="876300"/>
                </a:lnTo>
                <a:cubicBezTo>
                  <a:pt x="22744" y="876300"/>
                  <a:pt x="0" y="853556"/>
                  <a:pt x="0" y="8255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13058908" y="6282268"/>
            <a:ext cx="518186" cy="338667"/>
          </a:xfrm>
          <a:custGeom>
            <a:avLst/>
            <a:gdLst/>
            <a:ahLst/>
            <a:cxnLst/>
            <a:rect l="l" t="t" r="r" b="b"/>
            <a:pathLst>
              <a:path w="518186" h="338667">
                <a:moveTo>
                  <a:pt x="50800" y="0"/>
                </a:moveTo>
                <a:lnTo>
                  <a:pt x="467386" y="0"/>
                </a:lnTo>
                <a:cubicBezTo>
                  <a:pt x="495443" y="0"/>
                  <a:pt x="518186" y="22744"/>
                  <a:pt x="518186" y="50800"/>
                </a:cubicBezTo>
                <a:lnTo>
                  <a:pt x="518186" y="287867"/>
                </a:lnTo>
                <a:cubicBezTo>
                  <a:pt x="518186" y="315923"/>
                  <a:pt x="495443" y="338667"/>
                  <a:pt x="467386" y="338667"/>
                </a:cubicBezTo>
                <a:lnTo>
                  <a:pt x="50800" y="338667"/>
                </a:lnTo>
                <a:cubicBezTo>
                  <a:pt x="22744" y="338667"/>
                  <a:pt x="0" y="315923"/>
                  <a:pt x="0" y="287867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4" name="Text 82"/>
          <p:cNvSpPr/>
          <p:nvPr/>
        </p:nvSpPr>
        <p:spPr>
          <a:xfrm>
            <a:off x="13008108" y="6282268"/>
            <a:ext cx="619786" cy="338667"/>
          </a:xfrm>
          <a:prstGeom prst="rect">
            <a:avLst/>
          </a:prstGeom>
          <a:noFill/>
          <a:ln/>
        </p:spPr>
        <p:txBody>
          <a:bodyPr wrap="square" lIns="203200" tIns="50800" rIns="2032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154834" y="6663268"/>
            <a:ext cx="433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1069109" y="714586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7" name="Text 85"/>
          <p:cNvSpPr/>
          <p:nvPr/>
        </p:nvSpPr>
        <p:spPr>
          <a:xfrm>
            <a:off x="11332634" y="7120468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+3 seconds to current green phase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1059584" y="74506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9" name="Text 87"/>
          <p:cNvSpPr/>
          <p:nvPr/>
        </p:nvSpPr>
        <p:spPr>
          <a:xfrm>
            <a:off x="11332634" y="7425268"/>
            <a:ext cx="326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Auto-denied during inappropriate phases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FLEXIBILITY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Modes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502833"/>
            <a:ext cx="7620000" cy="3587750"/>
          </a:xfrm>
          <a:custGeom>
            <a:avLst/>
            <a:gdLst/>
            <a:ahLst/>
            <a:cxnLst/>
            <a:rect l="l" t="t" r="r" b="b"/>
            <a:pathLst>
              <a:path w="7620000" h="3587750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3503079"/>
                </a:lnTo>
                <a:cubicBezTo>
                  <a:pt x="7620000" y="3549842"/>
                  <a:pt x="7582092" y="3587750"/>
                  <a:pt x="7535329" y="3587750"/>
                </a:cubicBezTo>
                <a:lnTo>
                  <a:pt x="84671" y="3587750"/>
                </a:lnTo>
                <a:cubicBezTo>
                  <a:pt x="37908" y="3587750"/>
                  <a:pt x="0" y="3549842"/>
                  <a:pt x="0" y="3503079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3333" y="1502833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" name="Shape 4"/>
          <p:cNvSpPr/>
          <p:nvPr/>
        </p:nvSpPr>
        <p:spPr>
          <a:xfrm>
            <a:off x="423333" y="1524000"/>
            <a:ext cx="7620000" cy="635000"/>
          </a:xfrm>
          <a:custGeom>
            <a:avLst/>
            <a:gdLst/>
            <a:ahLst/>
            <a:cxnLst/>
            <a:rect l="l" t="t" r="r" b="b"/>
            <a:pathLst>
              <a:path w="7620000" h="635000">
                <a:moveTo>
                  <a:pt x="0" y="0"/>
                </a:moveTo>
                <a:lnTo>
                  <a:pt x="7620000" y="0"/>
                </a:lnTo>
                <a:lnTo>
                  <a:pt x="7620000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" name="Shape 5"/>
          <p:cNvSpPr/>
          <p:nvPr/>
        </p:nvSpPr>
        <p:spPr>
          <a:xfrm>
            <a:off x="624417" y="171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37167" y="1693333"/>
            <a:ext cx="1375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Mode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2667" y="23495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500" y="2476500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127000" y="10583"/>
                </a:moveTo>
                <a:lnTo>
                  <a:pt x="169333" y="10583"/>
                </a:lnTo>
                <a:cubicBezTo>
                  <a:pt x="175187" y="10583"/>
                  <a:pt x="179917" y="15313"/>
                  <a:pt x="179917" y="21167"/>
                </a:cubicBezTo>
                <a:cubicBezTo>
                  <a:pt x="179917" y="27021"/>
                  <a:pt x="175187" y="31750"/>
                  <a:pt x="169333" y="31750"/>
                </a:cubicBezTo>
                <a:lnTo>
                  <a:pt x="131763" y="31750"/>
                </a:lnTo>
                <a:cubicBezTo>
                  <a:pt x="130043" y="40283"/>
                  <a:pt x="124189" y="47327"/>
                  <a:pt x="116417" y="50701"/>
                </a:cubicBezTo>
                <a:lnTo>
                  <a:pt x="116417" y="148167"/>
                </a:lnTo>
                <a:lnTo>
                  <a:pt x="169333" y="148167"/>
                </a:lnTo>
                <a:cubicBezTo>
                  <a:pt x="175187" y="148167"/>
                  <a:pt x="179917" y="152896"/>
                  <a:pt x="179917" y="158750"/>
                </a:cubicBezTo>
                <a:cubicBezTo>
                  <a:pt x="179917" y="164604"/>
                  <a:pt x="175187" y="169333"/>
                  <a:pt x="169333" y="169333"/>
                </a:cubicBezTo>
                <a:lnTo>
                  <a:pt x="42333" y="169333"/>
                </a:lnTo>
                <a:cubicBezTo>
                  <a:pt x="36479" y="169333"/>
                  <a:pt x="31750" y="164604"/>
                  <a:pt x="31750" y="158750"/>
                </a:cubicBezTo>
                <a:cubicBezTo>
                  <a:pt x="31750" y="152896"/>
                  <a:pt x="36479" y="148167"/>
                  <a:pt x="42333" y="148167"/>
                </a:cubicBezTo>
                <a:lnTo>
                  <a:pt x="95250" y="148167"/>
                </a:lnTo>
                <a:lnTo>
                  <a:pt x="95250" y="50701"/>
                </a:lnTo>
                <a:cubicBezTo>
                  <a:pt x="87478" y="47294"/>
                  <a:pt x="81624" y="40250"/>
                  <a:pt x="79904" y="31750"/>
                </a:cubicBezTo>
                <a:lnTo>
                  <a:pt x="42333" y="31750"/>
                </a:lnTo>
                <a:cubicBezTo>
                  <a:pt x="36479" y="31750"/>
                  <a:pt x="31750" y="27021"/>
                  <a:pt x="31750" y="21167"/>
                </a:cubicBezTo>
                <a:cubicBezTo>
                  <a:pt x="31750" y="15313"/>
                  <a:pt x="36479" y="10583"/>
                  <a:pt x="42333" y="10583"/>
                </a:cubicBezTo>
                <a:lnTo>
                  <a:pt x="84667" y="10583"/>
                </a:lnTo>
                <a:cubicBezTo>
                  <a:pt x="89495" y="4167"/>
                  <a:pt x="97168" y="0"/>
                  <a:pt x="105833" y="0"/>
                </a:cubicBezTo>
                <a:cubicBezTo>
                  <a:pt x="114498" y="0"/>
                  <a:pt x="122171" y="4167"/>
                  <a:pt x="127000" y="10583"/>
                </a:cubicBezTo>
                <a:close/>
                <a:moveTo>
                  <a:pt x="145389" y="105833"/>
                </a:moveTo>
                <a:lnTo>
                  <a:pt x="193278" y="105833"/>
                </a:lnTo>
                <a:lnTo>
                  <a:pt x="169333" y="64757"/>
                </a:lnTo>
                <a:lnTo>
                  <a:pt x="145389" y="105833"/>
                </a:lnTo>
                <a:close/>
                <a:moveTo>
                  <a:pt x="169333" y="137583"/>
                </a:moveTo>
                <a:cubicBezTo>
                  <a:pt x="148530" y="137583"/>
                  <a:pt x="131233" y="126339"/>
                  <a:pt x="127661" y="111489"/>
                </a:cubicBezTo>
                <a:cubicBezTo>
                  <a:pt x="126802" y="107851"/>
                  <a:pt x="127992" y="104114"/>
                  <a:pt x="129877" y="100872"/>
                </a:cubicBezTo>
                <a:lnTo>
                  <a:pt x="161363" y="46897"/>
                </a:lnTo>
                <a:cubicBezTo>
                  <a:pt x="163016" y="44053"/>
                  <a:pt x="166059" y="42333"/>
                  <a:pt x="169333" y="42333"/>
                </a:cubicBezTo>
                <a:cubicBezTo>
                  <a:pt x="172608" y="42333"/>
                  <a:pt x="175650" y="44086"/>
                  <a:pt x="177304" y="46897"/>
                </a:cubicBezTo>
                <a:lnTo>
                  <a:pt x="208789" y="100872"/>
                </a:lnTo>
                <a:cubicBezTo>
                  <a:pt x="210674" y="104114"/>
                  <a:pt x="211865" y="107851"/>
                  <a:pt x="211005" y="111489"/>
                </a:cubicBezTo>
                <a:cubicBezTo>
                  <a:pt x="207433" y="126305"/>
                  <a:pt x="190136" y="137583"/>
                  <a:pt x="169333" y="137583"/>
                </a:cubicBezTo>
                <a:close/>
                <a:moveTo>
                  <a:pt x="41936" y="64757"/>
                </a:moveTo>
                <a:lnTo>
                  <a:pt x="17992" y="105833"/>
                </a:lnTo>
                <a:lnTo>
                  <a:pt x="65914" y="105833"/>
                </a:lnTo>
                <a:lnTo>
                  <a:pt x="41936" y="64757"/>
                </a:lnTo>
                <a:close/>
                <a:moveTo>
                  <a:pt x="298" y="111489"/>
                </a:moveTo>
                <a:cubicBezTo>
                  <a:pt x="-562" y="107851"/>
                  <a:pt x="628" y="104114"/>
                  <a:pt x="2514" y="100872"/>
                </a:cubicBezTo>
                <a:lnTo>
                  <a:pt x="33999" y="46897"/>
                </a:lnTo>
                <a:cubicBezTo>
                  <a:pt x="35653" y="44053"/>
                  <a:pt x="38695" y="42333"/>
                  <a:pt x="41970" y="42333"/>
                </a:cubicBezTo>
                <a:cubicBezTo>
                  <a:pt x="45244" y="42333"/>
                  <a:pt x="48286" y="44086"/>
                  <a:pt x="49940" y="46897"/>
                </a:cubicBezTo>
                <a:lnTo>
                  <a:pt x="81426" y="100872"/>
                </a:lnTo>
                <a:cubicBezTo>
                  <a:pt x="83311" y="104114"/>
                  <a:pt x="84501" y="107851"/>
                  <a:pt x="83641" y="111489"/>
                </a:cubicBezTo>
                <a:cubicBezTo>
                  <a:pt x="80070" y="126305"/>
                  <a:pt x="62772" y="137583"/>
                  <a:pt x="41970" y="137583"/>
                </a:cubicBezTo>
                <a:cubicBezTo>
                  <a:pt x="21167" y="137583"/>
                  <a:pt x="3870" y="126339"/>
                  <a:pt x="298" y="111489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328333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Traffic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582333"/>
            <a:ext cx="2211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Equal green time for all directions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2667" y="2878667"/>
            <a:ext cx="7281333" cy="1746250"/>
          </a:xfrm>
          <a:custGeom>
            <a:avLst/>
            <a:gdLst/>
            <a:ahLst/>
            <a:cxnLst/>
            <a:rect l="l" t="t" r="r" b="b"/>
            <a:pathLst>
              <a:path w="7281333" h="1746250">
                <a:moveTo>
                  <a:pt x="42329" y="0"/>
                </a:moveTo>
                <a:lnTo>
                  <a:pt x="7239004" y="0"/>
                </a:lnTo>
                <a:cubicBezTo>
                  <a:pt x="7262382" y="0"/>
                  <a:pt x="7281333" y="18951"/>
                  <a:pt x="7281333" y="42329"/>
                </a:cubicBezTo>
                <a:lnTo>
                  <a:pt x="7281333" y="1703921"/>
                </a:lnTo>
                <a:cubicBezTo>
                  <a:pt x="7281333" y="1727299"/>
                  <a:pt x="7262382" y="1746250"/>
                  <a:pt x="7239004" y="1746250"/>
                </a:cubicBezTo>
                <a:lnTo>
                  <a:pt x="42329" y="1746250"/>
                </a:lnTo>
                <a:cubicBezTo>
                  <a:pt x="18951" y="1746250"/>
                  <a:pt x="0" y="1727299"/>
                  <a:pt x="0" y="170392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682625" y="3005667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7917" y="3217333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Green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38625" y="3005667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43917" y="3217333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Green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625" y="3471333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917" y="3683000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Yellow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38625" y="3471333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43917" y="3683000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9667" y="3940528"/>
            <a:ext cx="7027333" cy="7056"/>
          </a:xfrm>
          <a:custGeom>
            <a:avLst/>
            <a:gdLst/>
            <a:ahLst/>
            <a:cxnLst/>
            <a:rect l="l" t="t" r="r" b="b"/>
            <a:pathLst>
              <a:path w="7027333" h="7056">
                <a:moveTo>
                  <a:pt x="0" y="0"/>
                </a:moveTo>
                <a:lnTo>
                  <a:pt x="7027333" y="0"/>
                </a:lnTo>
                <a:lnTo>
                  <a:pt x="7027333" y="7056"/>
                </a:lnTo>
                <a:lnTo>
                  <a:pt x="0" y="7056"/>
                </a:lnTo>
                <a:lnTo>
                  <a:pt x="0" y="0"/>
                </a:lnTo>
                <a:close/>
              </a:path>
            </a:pathLst>
          </a:custGeom>
          <a:solidFill>
            <a:srgbClr val="A1A1A1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72042" y="4028723"/>
            <a:ext cx="7122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917" y="4325056"/>
            <a:ext cx="7090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Cycle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63468" y="4684890"/>
            <a:ext cx="739621" cy="254000"/>
          </a:xfrm>
          <a:custGeom>
            <a:avLst/>
            <a:gdLst/>
            <a:ahLst/>
            <a:cxnLst/>
            <a:rect l="l" t="t" r="r" b="b"/>
            <a:pathLst>
              <a:path w="739621" h="254000">
                <a:moveTo>
                  <a:pt x="42334" y="0"/>
                </a:moveTo>
                <a:lnTo>
                  <a:pt x="697287" y="0"/>
                </a:lnTo>
                <a:cubicBezTo>
                  <a:pt x="720667" y="0"/>
                  <a:pt x="739621" y="18954"/>
                  <a:pt x="739621" y="42334"/>
                </a:cubicBezTo>
                <a:lnTo>
                  <a:pt x="739621" y="211666"/>
                </a:lnTo>
                <a:cubicBezTo>
                  <a:pt x="739621" y="235046"/>
                  <a:pt x="720667" y="254000"/>
                  <a:pt x="697287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26" name="Text 24"/>
          <p:cNvSpPr/>
          <p:nvPr/>
        </p:nvSpPr>
        <p:spPr>
          <a:xfrm>
            <a:off x="3826426" y="4684890"/>
            <a:ext cx="813704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Default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12667" y="1502833"/>
            <a:ext cx="7620000" cy="3587750"/>
          </a:xfrm>
          <a:custGeom>
            <a:avLst/>
            <a:gdLst/>
            <a:ahLst/>
            <a:cxnLst/>
            <a:rect l="l" t="t" r="r" b="b"/>
            <a:pathLst>
              <a:path w="7620000" h="3587750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3503079"/>
                </a:lnTo>
                <a:cubicBezTo>
                  <a:pt x="7620000" y="3549842"/>
                  <a:pt x="7582092" y="3587750"/>
                  <a:pt x="7535329" y="3587750"/>
                </a:cubicBezTo>
                <a:lnTo>
                  <a:pt x="84671" y="3587750"/>
                </a:lnTo>
                <a:cubicBezTo>
                  <a:pt x="37908" y="3587750"/>
                  <a:pt x="0" y="3549842"/>
                  <a:pt x="0" y="3503079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12667" y="1502833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2667" y="1524000"/>
            <a:ext cx="7620000" cy="635000"/>
          </a:xfrm>
          <a:custGeom>
            <a:avLst/>
            <a:gdLst/>
            <a:ahLst/>
            <a:cxnLst/>
            <a:rect l="l" t="t" r="r" b="b"/>
            <a:pathLst>
              <a:path w="7620000" h="635000">
                <a:moveTo>
                  <a:pt x="0" y="0"/>
                </a:moveTo>
                <a:lnTo>
                  <a:pt x="7620000" y="0"/>
                </a:lnTo>
                <a:lnTo>
                  <a:pt x="7620000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3750" y="171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826500" y="1693333"/>
            <a:ext cx="1756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Mode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82000" y="23495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498417" y="2476500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127000"/>
                </a:lnTo>
                <a:cubicBezTo>
                  <a:pt x="0" y="138675"/>
                  <a:pt x="9492" y="148167"/>
                  <a:pt x="21167" y="148167"/>
                </a:cubicBezTo>
                <a:lnTo>
                  <a:pt x="22258" y="148167"/>
                </a:lnTo>
                <a:cubicBezTo>
                  <a:pt x="25698" y="160371"/>
                  <a:pt x="36942" y="169333"/>
                  <a:pt x="50271" y="169333"/>
                </a:cubicBezTo>
                <a:cubicBezTo>
                  <a:pt x="63599" y="169333"/>
                  <a:pt x="74811" y="160371"/>
                  <a:pt x="78284" y="148167"/>
                </a:cubicBezTo>
                <a:lnTo>
                  <a:pt x="112216" y="148167"/>
                </a:lnTo>
                <a:cubicBezTo>
                  <a:pt x="115656" y="160371"/>
                  <a:pt x="126901" y="169333"/>
                  <a:pt x="140229" y="169333"/>
                </a:cubicBezTo>
                <a:cubicBezTo>
                  <a:pt x="153558" y="169333"/>
                  <a:pt x="164769" y="160371"/>
                  <a:pt x="168242" y="148167"/>
                </a:cubicBezTo>
                <a:lnTo>
                  <a:pt x="169333" y="148167"/>
                </a:lnTo>
                <a:cubicBezTo>
                  <a:pt x="181008" y="148167"/>
                  <a:pt x="190500" y="138675"/>
                  <a:pt x="190500" y="127000"/>
                </a:cubicBezTo>
                <a:lnTo>
                  <a:pt x="190500" y="78482"/>
                </a:lnTo>
                <a:cubicBezTo>
                  <a:pt x="190500" y="72860"/>
                  <a:pt x="188284" y="67469"/>
                  <a:pt x="184315" y="63500"/>
                </a:cubicBezTo>
                <a:lnTo>
                  <a:pt x="169333" y="48518"/>
                </a:lnTo>
                <a:cubicBezTo>
                  <a:pt x="165365" y="44549"/>
                  <a:pt x="159974" y="42333"/>
                  <a:pt x="154351" y="42333"/>
                </a:cubicBezTo>
                <a:lnTo>
                  <a:pt x="137583" y="42333"/>
                </a:lnTo>
                <a:lnTo>
                  <a:pt x="137583" y="31750"/>
                </a:lnTo>
                <a:cubicBezTo>
                  <a:pt x="137583" y="20075"/>
                  <a:pt x="128091" y="10583"/>
                  <a:pt x="116417" y="10583"/>
                </a:cubicBezTo>
                <a:lnTo>
                  <a:pt x="21167" y="10583"/>
                </a:lnTo>
                <a:close/>
                <a:moveTo>
                  <a:pt x="169333" y="78482"/>
                </a:moveTo>
                <a:lnTo>
                  <a:pt x="169333" y="95250"/>
                </a:lnTo>
                <a:lnTo>
                  <a:pt x="137583" y="95250"/>
                </a:lnTo>
                <a:lnTo>
                  <a:pt x="137583" y="63500"/>
                </a:lnTo>
                <a:lnTo>
                  <a:pt x="154351" y="63500"/>
                </a:lnTo>
                <a:lnTo>
                  <a:pt x="169333" y="78482"/>
                </a:lnTo>
                <a:close/>
                <a:moveTo>
                  <a:pt x="50271" y="127000"/>
                </a:moveTo>
                <a:cubicBezTo>
                  <a:pt x="57572" y="127000"/>
                  <a:pt x="63500" y="132928"/>
                  <a:pt x="63500" y="140229"/>
                </a:cubicBezTo>
                <a:cubicBezTo>
                  <a:pt x="63500" y="147531"/>
                  <a:pt x="57572" y="153458"/>
                  <a:pt x="50271" y="153458"/>
                </a:cubicBezTo>
                <a:cubicBezTo>
                  <a:pt x="42969" y="153458"/>
                  <a:pt x="37042" y="147531"/>
                  <a:pt x="37042" y="140229"/>
                </a:cubicBezTo>
                <a:cubicBezTo>
                  <a:pt x="37042" y="132928"/>
                  <a:pt x="42969" y="127000"/>
                  <a:pt x="50271" y="127000"/>
                </a:cubicBezTo>
                <a:close/>
                <a:moveTo>
                  <a:pt x="127000" y="140229"/>
                </a:moveTo>
                <a:cubicBezTo>
                  <a:pt x="127000" y="132928"/>
                  <a:pt x="132928" y="127000"/>
                  <a:pt x="140229" y="127000"/>
                </a:cubicBezTo>
                <a:cubicBezTo>
                  <a:pt x="147531" y="127000"/>
                  <a:pt x="153458" y="132928"/>
                  <a:pt x="153458" y="140229"/>
                </a:cubicBezTo>
                <a:cubicBezTo>
                  <a:pt x="153458" y="147531"/>
                  <a:pt x="147531" y="153458"/>
                  <a:pt x="140229" y="153458"/>
                </a:cubicBezTo>
                <a:cubicBezTo>
                  <a:pt x="132928" y="153458"/>
                  <a:pt x="127000" y="147531"/>
                  <a:pt x="127000" y="140229"/>
                </a:cubicBezTo>
                <a:close/>
                <a:moveTo>
                  <a:pt x="58208" y="44979"/>
                </a:moveTo>
                <a:cubicBezTo>
                  <a:pt x="58208" y="42069"/>
                  <a:pt x="60590" y="39688"/>
                  <a:pt x="63500" y="39688"/>
                </a:cubicBezTo>
                <a:lnTo>
                  <a:pt x="74083" y="39688"/>
                </a:lnTo>
                <a:cubicBezTo>
                  <a:pt x="76994" y="39688"/>
                  <a:pt x="79375" y="42069"/>
                  <a:pt x="79375" y="44979"/>
                </a:cubicBezTo>
                <a:lnTo>
                  <a:pt x="79375" y="58208"/>
                </a:lnTo>
                <a:lnTo>
                  <a:pt x="92604" y="58208"/>
                </a:lnTo>
                <a:cubicBezTo>
                  <a:pt x="95515" y="58208"/>
                  <a:pt x="97896" y="60590"/>
                  <a:pt x="97896" y="63500"/>
                </a:cubicBezTo>
                <a:lnTo>
                  <a:pt x="97896" y="74083"/>
                </a:lnTo>
                <a:cubicBezTo>
                  <a:pt x="97896" y="76994"/>
                  <a:pt x="95515" y="79375"/>
                  <a:pt x="92604" y="79375"/>
                </a:cubicBezTo>
                <a:lnTo>
                  <a:pt x="79375" y="79375"/>
                </a:lnTo>
                <a:lnTo>
                  <a:pt x="79375" y="92604"/>
                </a:lnTo>
                <a:cubicBezTo>
                  <a:pt x="79375" y="95515"/>
                  <a:pt x="76994" y="97896"/>
                  <a:pt x="74083" y="97896"/>
                </a:cubicBezTo>
                <a:lnTo>
                  <a:pt x="63500" y="97896"/>
                </a:lnTo>
                <a:cubicBezTo>
                  <a:pt x="60590" y="97896"/>
                  <a:pt x="58208" y="95515"/>
                  <a:pt x="58208" y="92604"/>
                </a:cubicBezTo>
                <a:lnTo>
                  <a:pt x="58208" y="79375"/>
                </a:lnTo>
                <a:lnTo>
                  <a:pt x="44979" y="79375"/>
                </a:lnTo>
                <a:cubicBezTo>
                  <a:pt x="42069" y="79375"/>
                  <a:pt x="39688" y="76994"/>
                  <a:pt x="39688" y="74083"/>
                </a:cubicBezTo>
                <a:lnTo>
                  <a:pt x="39688" y="63500"/>
                </a:lnTo>
                <a:cubicBezTo>
                  <a:pt x="39688" y="60590"/>
                  <a:pt x="42069" y="58208"/>
                  <a:pt x="44979" y="58208"/>
                </a:cubicBezTo>
                <a:lnTo>
                  <a:pt x="58208" y="58208"/>
                </a:lnTo>
                <a:lnTo>
                  <a:pt x="58208" y="44979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4" name="Text 32"/>
          <p:cNvSpPr/>
          <p:nvPr/>
        </p:nvSpPr>
        <p:spPr>
          <a:xfrm>
            <a:off x="8932333" y="2328333"/>
            <a:ext cx="2264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Response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32333" y="2582333"/>
            <a:ext cx="225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path for emergency vehicles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2878667"/>
            <a:ext cx="7281333" cy="1058333"/>
          </a:xfrm>
          <a:custGeom>
            <a:avLst/>
            <a:gdLst/>
            <a:ahLst/>
            <a:cxnLst/>
            <a:rect l="l" t="t" r="r" b="b"/>
            <a:pathLst>
              <a:path w="7281333" h="1058333">
                <a:moveTo>
                  <a:pt x="42333" y="0"/>
                </a:moveTo>
                <a:lnTo>
                  <a:pt x="7239000" y="0"/>
                </a:lnTo>
                <a:cubicBezTo>
                  <a:pt x="7262380" y="0"/>
                  <a:pt x="7281333" y="18953"/>
                  <a:pt x="7281333" y="42333"/>
                </a:cubicBezTo>
                <a:lnTo>
                  <a:pt x="7281333" y="1016000"/>
                </a:lnTo>
                <a:cubicBezTo>
                  <a:pt x="7281333" y="1039380"/>
                  <a:pt x="7262380" y="1058333"/>
                  <a:pt x="7239000" y="1058333"/>
                </a:cubicBezTo>
                <a:lnTo>
                  <a:pt x="42333" y="1058333"/>
                </a:lnTo>
                <a:cubicBezTo>
                  <a:pt x="18953" y="1058333"/>
                  <a:pt x="0" y="1039380"/>
                  <a:pt x="0" y="1016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37" name="Shape 35"/>
          <p:cNvSpPr/>
          <p:nvPr/>
        </p:nvSpPr>
        <p:spPr>
          <a:xfrm>
            <a:off x="8530167" y="303741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9071" y="66125"/>
                </a:moveTo>
                <a:cubicBezTo>
                  <a:pt x="22920" y="39212"/>
                  <a:pt x="46100" y="18521"/>
                  <a:pt x="74083" y="18521"/>
                </a:cubicBezTo>
                <a:cubicBezTo>
                  <a:pt x="89421" y="18521"/>
                  <a:pt x="103312" y="24743"/>
                  <a:pt x="113382" y="34784"/>
                </a:cubicBezTo>
                <a:cubicBezTo>
                  <a:pt x="113440" y="34842"/>
                  <a:pt x="113498" y="34900"/>
                  <a:pt x="113556" y="34958"/>
                </a:cubicBezTo>
                <a:lnTo>
                  <a:pt x="115755" y="37042"/>
                </a:lnTo>
                <a:lnTo>
                  <a:pt x="101894" y="37042"/>
                </a:lnTo>
                <a:cubicBezTo>
                  <a:pt x="96771" y="37042"/>
                  <a:pt x="92633" y="41180"/>
                  <a:pt x="92633" y="46302"/>
                </a:cubicBezTo>
                <a:cubicBezTo>
                  <a:pt x="92633" y="51424"/>
                  <a:pt x="96771" y="55562"/>
                  <a:pt x="101894" y="55562"/>
                </a:cubicBezTo>
                <a:lnTo>
                  <a:pt x="138935" y="55562"/>
                </a:lnTo>
                <a:cubicBezTo>
                  <a:pt x="144057" y="55562"/>
                  <a:pt x="148196" y="51424"/>
                  <a:pt x="148196" y="46302"/>
                </a:cubicBezTo>
                <a:lnTo>
                  <a:pt x="148196" y="9260"/>
                </a:lnTo>
                <a:cubicBezTo>
                  <a:pt x="148196" y="4138"/>
                  <a:pt x="144057" y="0"/>
                  <a:pt x="138935" y="0"/>
                </a:cubicBezTo>
                <a:cubicBezTo>
                  <a:pt x="133813" y="0"/>
                  <a:pt x="129675" y="4138"/>
                  <a:pt x="129675" y="9260"/>
                </a:cubicBezTo>
                <a:lnTo>
                  <a:pt x="129675" y="24714"/>
                </a:lnTo>
                <a:lnTo>
                  <a:pt x="126405" y="21617"/>
                </a:lnTo>
                <a:cubicBezTo>
                  <a:pt x="113006" y="8276"/>
                  <a:pt x="94485" y="0"/>
                  <a:pt x="74083" y="0"/>
                </a:cubicBezTo>
                <a:cubicBezTo>
                  <a:pt x="36752" y="0"/>
                  <a:pt x="5875" y="27608"/>
                  <a:pt x="752" y="63521"/>
                </a:cubicBezTo>
                <a:cubicBezTo>
                  <a:pt x="29" y="68585"/>
                  <a:pt x="3531" y="73273"/>
                  <a:pt x="8595" y="73997"/>
                </a:cubicBezTo>
                <a:cubicBezTo>
                  <a:pt x="13659" y="74720"/>
                  <a:pt x="18347" y="71189"/>
                  <a:pt x="19071" y="66154"/>
                </a:cubicBezTo>
                <a:close/>
                <a:moveTo>
                  <a:pt x="147414" y="84646"/>
                </a:moveTo>
                <a:cubicBezTo>
                  <a:pt x="148138" y="79582"/>
                  <a:pt x="144607" y="74894"/>
                  <a:pt x="139572" y="74170"/>
                </a:cubicBezTo>
                <a:cubicBezTo>
                  <a:pt x="134536" y="73447"/>
                  <a:pt x="129819" y="76977"/>
                  <a:pt x="129096" y="82013"/>
                </a:cubicBezTo>
                <a:cubicBezTo>
                  <a:pt x="125247" y="108926"/>
                  <a:pt x="102067" y="129617"/>
                  <a:pt x="74083" y="129617"/>
                </a:cubicBezTo>
                <a:cubicBezTo>
                  <a:pt x="58746" y="129617"/>
                  <a:pt x="44855" y="123395"/>
                  <a:pt x="34784" y="113353"/>
                </a:cubicBezTo>
                <a:cubicBezTo>
                  <a:pt x="34727" y="113295"/>
                  <a:pt x="34669" y="113238"/>
                  <a:pt x="34611" y="113180"/>
                </a:cubicBezTo>
                <a:lnTo>
                  <a:pt x="32411" y="111096"/>
                </a:lnTo>
                <a:lnTo>
                  <a:pt x="46273" y="111096"/>
                </a:lnTo>
                <a:cubicBezTo>
                  <a:pt x="51395" y="111096"/>
                  <a:pt x="55534" y="106958"/>
                  <a:pt x="55534" y="101836"/>
                </a:cubicBezTo>
                <a:cubicBezTo>
                  <a:pt x="55534" y="96713"/>
                  <a:pt x="51395" y="92575"/>
                  <a:pt x="46273" y="92575"/>
                </a:cubicBezTo>
                <a:lnTo>
                  <a:pt x="9260" y="92604"/>
                </a:lnTo>
                <a:cubicBezTo>
                  <a:pt x="6801" y="92604"/>
                  <a:pt x="4428" y="93588"/>
                  <a:pt x="2691" y="95353"/>
                </a:cubicBezTo>
                <a:cubicBezTo>
                  <a:pt x="955" y="97119"/>
                  <a:pt x="-29" y="99463"/>
                  <a:pt x="0" y="101951"/>
                </a:cubicBezTo>
                <a:lnTo>
                  <a:pt x="289" y="138704"/>
                </a:lnTo>
                <a:cubicBezTo>
                  <a:pt x="318" y="143826"/>
                  <a:pt x="4514" y="147935"/>
                  <a:pt x="9637" y="147877"/>
                </a:cubicBezTo>
                <a:cubicBezTo>
                  <a:pt x="14759" y="147819"/>
                  <a:pt x="18868" y="143652"/>
                  <a:pt x="18810" y="138530"/>
                </a:cubicBezTo>
                <a:lnTo>
                  <a:pt x="18694" y="123627"/>
                </a:lnTo>
                <a:lnTo>
                  <a:pt x="21791" y="126549"/>
                </a:lnTo>
                <a:cubicBezTo>
                  <a:pt x="35190" y="139890"/>
                  <a:pt x="53681" y="148167"/>
                  <a:pt x="74083" y="148167"/>
                </a:cubicBezTo>
                <a:cubicBezTo>
                  <a:pt x="111414" y="148167"/>
                  <a:pt x="142292" y="120559"/>
                  <a:pt x="147414" y="84646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875" y="3005667"/>
            <a:ext cx="1820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lights flash yellow (0.5s)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11646" y="3333750"/>
            <a:ext cx="185208" cy="148167"/>
          </a:xfrm>
          <a:custGeom>
            <a:avLst/>
            <a:gdLst/>
            <a:ahLst/>
            <a:cxnLst/>
            <a:rect l="l" t="t" r="r" b="b"/>
            <a:pathLst>
              <a:path w="185208" h="148167">
                <a:moveTo>
                  <a:pt x="154417" y="9405"/>
                </a:moveTo>
                <a:cubicBezTo>
                  <a:pt x="151437" y="6974"/>
                  <a:pt x="147067" y="7437"/>
                  <a:pt x="144636" y="10418"/>
                </a:cubicBezTo>
                <a:cubicBezTo>
                  <a:pt x="142205" y="13399"/>
                  <a:pt x="142668" y="17768"/>
                  <a:pt x="145649" y="20199"/>
                </a:cubicBezTo>
                <a:cubicBezTo>
                  <a:pt x="161334" y="32932"/>
                  <a:pt x="171318" y="52321"/>
                  <a:pt x="171318" y="74083"/>
                </a:cubicBezTo>
                <a:cubicBezTo>
                  <a:pt x="171318" y="95845"/>
                  <a:pt x="161334" y="115234"/>
                  <a:pt x="145649" y="127996"/>
                </a:cubicBezTo>
                <a:cubicBezTo>
                  <a:pt x="142668" y="130427"/>
                  <a:pt x="142234" y="134797"/>
                  <a:pt x="144636" y="137778"/>
                </a:cubicBezTo>
                <a:cubicBezTo>
                  <a:pt x="147038" y="140758"/>
                  <a:pt x="151437" y="141192"/>
                  <a:pt x="154417" y="138790"/>
                </a:cubicBezTo>
                <a:cubicBezTo>
                  <a:pt x="173199" y="123482"/>
                  <a:pt x="185208" y="100186"/>
                  <a:pt x="185208" y="74083"/>
                </a:cubicBezTo>
                <a:cubicBezTo>
                  <a:pt x="185208" y="47981"/>
                  <a:pt x="173199" y="24656"/>
                  <a:pt x="154417" y="9405"/>
                </a:cubicBezTo>
                <a:close/>
                <a:moveTo>
                  <a:pt x="136909" y="30965"/>
                </a:moveTo>
                <a:cubicBezTo>
                  <a:pt x="133929" y="28534"/>
                  <a:pt x="129559" y="28997"/>
                  <a:pt x="127128" y="31977"/>
                </a:cubicBezTo>
                <a:cubicBezTo>
                  <a:pt x="124697" y="34958"/>
                  <a:pt x="125160" y="39328"/>
                  <a:pt x="128141" y="41759"/>
                </a:cubicBezTo>
                <a:cubicBezTo>
                  <a:pt x="137546" y="49399"/>
                  <a:pt x="143536" y="61032"/>
                  <a:pt x="143536" y="74083"/>
                </a:cubicBezTo>
                <a:cubicBezTo>
                  <a:pt x="143536" y="87135"/>
                  <a:pt x="137546" y="98768"/>
                  <a:pt x="128141" y="106437"/>
                </a:cubicBezTo>
                <a:cubicBezTo>
                  <a:pt x="125160" y="108868"/>
                  <a:pt x="124726" y="113238"/>
                  <a:pt x="127128" y="116218"/>
                </a:cubicBezTo>
                <a:cubicBezTo>
                  <a:pt x="129530" y="119199"/>
                  <a:pt x="133929" y="119633"/>
                  <a:pt x="136909" y="117231"/>
                </a:cubicBezTo>
                <a:cubicBezTo>
                  <a:pt x="149411" y="107045"/>
                  <a:pt x="157427" y="91504"/>
                  <a:pt x="157427" y="74112"/>
                </a:cubicBezTo>
                <a:cubicBezTo>
                  <a:pt x="157427" y="56720"/>
                  <a:pt x="149411" y="41180"/>
                  <a:pt x="136909" y="30993"/>
                </a:cubicBezTo>
                <a:close/>
                <a:moveTo>
                  <a:pt x="119401" y="52524"/>
                </a:moveTo>
                <a:cubicBezTo>
                  <a:pt x="116421" y="50093"/>
                  <a:pt x="112051" y="50556"/>
                  <a:pt x="109620" y="53537"/>
                </a:cubicBezTo>
                <a:cubicBezTo>
                  <a:pt x="107189" y="56517"/>
                  <a:pt x="107652" y="60887"/>
                  <a:pt x="110633" y="63318"/>
                </a:cubicBezTo>
                <a:cubicBezTo>
                  <a:pt x="113758" y="65865"/>
                  <a:pt x="115755" y="69743"/>
                  <a:pt x="115755" y="74083"/>
                </a:cubicBezTo>
                <a:cubicBezTo>
                  <a:pt x="115755" y="78424"/>
                  <a:pt x="113758" y="82302"/>
                  <a:pt x="110633" y="84878"/>
                </a:cubicBezTo>
                <a:cubicBezTo>
                  <a:pt x="107652" y="87308"/>
                  <a:pt x="107218" y="91678"/>
                  <a:pt x="109620" y="94659"/>
                </a:cubicBezTo>
                <a:cubicBezTo>
                  <a:pt x="112022" y="97640"/>
                  <a:pt x="116421" y="98074"/>
                  <a:pt x="119401" y="95672"/>
                </a:cubicBezTo>
                <a:cubicBezTo>
                  <a:pt x="125623" y="90550"/>
                  <a:pt x="129646" y="82794"/>
                  <a:pt x="129646" y="74083"/>
                </a:cubicBezTo>
                <a:cubicBezTo>
                  <a:pt x="129646" y="65373"/>
                  <a:pt x="125623" y="57617"/>
                  <a:pt x="119401" y="52524"/>
                </a:cubicBezTo>
                <a:close/>
                <a:moveTo>
                  <a:pt x="23151" y="101865"/>
                </a:moveTo>
                <a:lnTo>
                  <a:pt x="37042" y="101865"/>
                </a:lnTo>
                <a:lnTo>
                  <a:pt x="75849" y="136360"/>
                </a:lnTo>
                <a:cubicBezTo>
                  <a:pt x="77701" y="138009"/>
                  <a:pt x="80074" y="138906"/>
                  <a:pt x="82533" y="138906"/>
                </a:cubicBezTo>
                <a:cubicBezTo>
                  <a:pt x="88090" y="138906"/>
                  <a:pt x="92604" y="134392"/>
                  <a:pt x="92604" y="128836"/>
                </a:cubicBezTo>
                <a:lnTo>
                  <a:pt x="92604" y="19331"/>
                </a:lnTo>
                <a:cubicBezTo>
                  <a:pt x="92604" y="13775"/>
                  <a:pt x="88090" y="9260"/>
                  <a:pt x="82533" y="9260"/>
                </a:cubicBezTo>
                <a:cubicBezTo>
                  <a:pt x="80074" y="9260"/>
                  <a:pt x="77701" y="10158"/>
                  <a:pt x="75849" y="11807"/>
                </a:cubicBezTo>
                <a:lnTo>
                  <a:pt x="37042" y="46302"/>
                </a:lnTo>
                <a:lnTo>
                  <a:pt x="23151" y="46302"/>
                </a:lnTo>
                <a:cubicBezTo>
                  <a:pt x="15482" y="46302"/>
                  <a:pt x="9260" y="52524"/>
                  <a:pt x="9260" y="60193"/>
                </a:cubicBezTo>
                <a:lnTo>
                  <a:pt x="9260" y="87974"/>
                </a:lnTo>
                <a:cubicBezTo>
                  <a:pt x="9260" y="95643"/>
                  <a:pt x="15482" y="101865"/>
                  <a:pt x="23151" y="10186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0" name="Text 38"/>
          <p:cNvSpPr/>
          <p:nvPr/>
        </p:nvSpPr>
        <p:spPr>
          <a:xfrm>
            <a:off x="8778875" y="3302000"/>
            <a:ext cx="1746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audio beeping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30167" y="363008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83344" y="9260"/>
                </a:moveTo>
                <a:cubicBezTo>
                  <a:pt x="83344" y="4138"/>
                  <a:pt x="79206" y="0"/>
                  <a:pt x="74083" y="0"/>
                </a:cubicBezTo>
                <a:cubicBezTo>
                  <a:pt x="68961" y="0"/>
                  <a:pt x="64823" y="4138"/>
                  <a:pt x="64823" y="9260"/>
                </a:cubicBezTo>
                <a:lnTo>
                  <a:pt x="64823" y="69453"/>
                </a:lnTo>
                <a:cubicBezTo>
                  <a:pt x="64823" y="72000"/>
                  <a:pt x="62739" y="74083"/>
                  <a:pt x="60193" y="74083"/>
                </a:cubicBezTo>
                <a:cubicBezTo>
                  <a:pt x="57646" y="74083"/>
                  <a:pt x="55562" y="72000"/>
                  <a:pt x="55562" y="69453"/>
                </a:cubicBezTo>
                <a:lnTo>
                  <a:pt x="55562" y="18521"/>
                </a:lnTo>
                <a:cubicBezTo>
                  <a:pt x="55562" y="13399"/>
                  <a:pt x="51424" y="9260"/>
                  <a:pt x="46302" y="9260"/>
                </a:cubicBezTo>
                <a:cubicBezTo>
                  <a:pt x="41180" y="9260"/>
                  <a:pt x="37042" y="13399"/>
                  <a:pt x="37042" y="18521"/>
                </a:cubicBezTo>
                <a:lnTo>
                  <a:pt x="37042" y="97234"/>
                </a:lnTo>
                <a:cubicBezTo>
                  <a:pt x="37042" y="97668"/>
                  <a:pt x="37042" y="98131"/>
                  <a:pt x="37071" y="98566"/>
                </a:cubicBezTo>
                <a:lnTo>
                  <a:pt x="19563" y="81897"/>
                </a:lnTo>
                <a:cubicBezTo>
                  <a:pt x="14932" y="77498"/>
                  <a:pt x="7611" y="77672"/>
                  <a:pt x="3183" y="82302"/>
                </a:cubicBezTo>
                <a:cubicBezTo>
                  <a:pt x="-1244" y="86932"/>
                  <a:pt x="-1042" y="94254"/>
                  <a:pt x="3588" y="98681"/>
                </a:cubicBezTo>
                <a:lnTo>
                  <a:pt x="36116" y="129646"/>
                </a:lnTo>
                <a:cubicBezTo>
                  <a:pt x="48588" y="141540"/>
                  <a:pt x="65170" y="148167"/>
                  <a:pt x="82418" y="148167"/>
                </a:cubicBezTo>
                <a:lnTo>
                  <a:pt x="87974" y="148167"/>
                </a:lnTo>
                <a:cubicBezTo>
                  <a:pt x="116102" y="148167"/>
                  <a:pt x="138906" y="125363"/>
                  <a:pt x="138906" y="97234"/>
                </a:cubicBezTo>
                <a:lnTo>
                  <a:pt x="138906" y="37042"/>
                </a:lnTo>
                <a:cubicBezTo>
                  <a:pt x="138906" y="31919"/>
                  <a:pt x="134768" y="27781"/>
                  <a:pt x="129646" y="27781"/>
                </a:cubicBezTo>
                <a:cubicBezTo>
                  <a:pt x="124524" y="27781"/>
                  <a:pt x="120385" y="31919"/>
                  <a:pt x="120385" y="37042"/>
                </a:cubicBezTo>
                <a:lnTo>
                  <a:pt x="120385" y="69453"/>
                </a:lnTo>
                <a:cubicBezTo>
                  <a:pt x="120385" y="72000"/>
                  <a:pt x="118302" y="74083"/>
                  <a:pt x="115755" y="74083"/>
                </a:cubicBezTo>
                <a:cubicBezTo>
                  <a:pt x="113209" y="74083"/>
                  <a:pt x="111125" y="72000"/>
                  <a:pt x="111125" y="69453"/>
                </a:cubicBezTo>
                <a:lnTo>
                  <a:pt x="111125" y="18521"/>
                </a:lnTo>
                <a:cubicBezTo>
                  <a:pt x="111125" y="13399"/>
                  <a:pt x="106987" y="9260"/>
                  <a:pt x="101865" y="9260"/>
                </a:cubicBezTo>
                <a:cubicBezTo>
                  <a:pt x="96742" y="9260"/>
                  <a:pt x="92604" y="13399"/>
                  <a:pt x="92604" y="18521"/>
                </a:cubicBezTo>
                <a:lnTo>
                  <a:pt x="92604" y="69453"/>
                </a:lnTo>
                <a:cubicBezTo>
                  <a:pt x="92604" y="72000"/>
                  <a:pt x="90521" y="74083"/>
                  <a:pt x="87974" y="74083"/>
                </a:cubicBezTo>
                <a:cubicBezTo>
                  <a:pt x="85427" y="74083"/>
                  <a:pt x="83344" y="72000"/>
                  <a:pt x="83344" y="69453"/>
                </a:cubicBezTo>
                <a:lnTo>
                  <a:pt x="83344" y="9260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875" y="3598333"/>
            <a:ext cx="1312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traffic must stop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693591" y="4000500"/>
            <a:ext cx="658151" cy="254000"/>
          </a:xfrm>
          <a:custGeom>
            <a:avLst/>
            <a:gdLst/>
            <a:ahLst/>
            <a:cxnLst/>
            <a:rect l="l" t="t" r="r" b="b"/>
            <a:pathLst>
              <a:path w="658151" h="254000">
                <a:moveTo>
                  <a:pt x="42334" y="0"/>
                </a:moveTo>
                <a:lnTo>
                  <a:pt x="615817" y="0"/>
                </a:lnTo>
                <a:cubicBezTo>
                  <a:pt x="639197" y="0"/>
                  <a:pt x="658151" y="18954"/>
                  <a:pt x="658151" y="42334"/>
                </a:cubicBezTo>
                <a:lnTo>
                  <a:pt x="658151" y="211666"/>
                </a:lnTo>
                <a:cubicBezTo>
                  <a:pt x="658151" y="235046"/>
                  <a:pt x="639197" y="254000"/>
                  <a:pt x="615817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44" name="Text 42"/>
          <p:cNvSpPr/>
          <p:nvPr/>
        </p:nvSpPr>
        <p:spPr>
          <a:xfrm>
            <a:off x="11656549" y="4000500"/>
            <a:ext cx="732234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3333" y="5284613"/>
            <a:ext cx="7620000" cy="3587750"/>
          </a:xfrm>
          <a:custGeom>
            <a:avLst/>
            <a:gdLst/>
            <a:ahLst/>
            <a:cxnLst/>
            <a:rect l="l" t="t" r="r" b="b"/>
            <a:pathLst>
              <a:path w="7620000" h="3587750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3503079"/>
                </a:lnTo>
                <a:cubicBezTo>
                  <a:pt x="7620000" y="3549842"/>
                  <a:pt x="7582092" y="3587750"/>
                  <a:pt x="7535329" y="3587750"/>
                </a:cubicBezTo>
                <a:lnTo>
                  <a:pt x="84671" y="3587750"/>
                </a:lnTo>
                <a:cubicBezTo>
                  <a:pt x="37908" y="3587750"/>
                  <a:pt x="0" y="3549842"/>
                  <a:pt x="0" y="3503079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3333" y="5284613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423333" y="5305780"/>
            <a:ext cx="7620000" cy="635000"/>
          </a:xfrm>
          <a:custGeom>
            <a:avLst/>
            <a:gdLst/>
            <a:ahLst/>
            <a:cxnLst/>
            <a:rect l="l" t="t" r="r" b="b"/>
            <a:pathLst>
              <a:path w="7620000" h="635000">
                <a:moveTo>
                  <a:pt x="0" y="0"/>
                </a:moveTo>
                <a:lnTo>
                  <a:pt x="7620000" y="0"/>
                </a:lnTo>
                <a:lnTo>
                  <a:pt x="7620000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8" name="Shape 46"/>
          <p:cNvSpPr/>
          <p:nvPr/>
        </p:nvSpPr>
        <p:spPr>
          <a:xfrm>
            <a:off x="624417" y="54962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37167" y="5475113"/>
            <a:ext cx="1661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Rush Hour Mode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92667" y="613128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9667" y="625828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74050" y="10583"/>
                </a:moveTo>
                <a:lnTo>
                  <a:pt x="48849" y="10583"/>
                </a:lnTo>
                <a:cubicBezTo>
                  <a:pt x="39125" y="10583"/>
                  <a:pt x="30626" y="17231"/>
                  <a:pt x="28310" y="26657"/>
                </a:cubicBezTo>
                <a:lnTo>
                  <a:pt x="463" y="139072"/>
                </a:lnTo>
                <a:cubicBezTo>
                  <a:pt x="-2017" y="149060"/>
                  <a:pt x="5556" y="158750"/>
                  <a:pt x="15875" y="158750"/>
                </a:cubicBezTo>
                <a:lnTo>
                  <a:pt x="74050" y="158750"/>
                </a:lnTo>
                <a:lnTo>
                  <a:pt x="74050" y="137583"/>
                </a:lnTo>
                <a:cubicBezTo>
                  <a:pt x="74050" y="131729"/>
                  <a:pt x="78780" y="127000"/>
                  <a:pt x="84634" y="127000"/>
                </a:cubicBezTo>
                <a:cubicBezTo>
                  <a:pt x="90488" y="127000"/>
                  <a:pt x="95217" y="131729"/>
                  <a:pt x="95217" y="137583"/>
                </a:cubicBezTo>
                <a:lnTo>
                  <a:pt x="95217" y="158750"/>
                </a:lnTo>
                <a:lnTo>
                  <a:pt x="153458" y="158750"/>
                </a:lnTo>
                <a:cubicBezTo>
                  <a:pt x="163777" y="158750"/>
                  <a:pt x="171351" y="149060"/>
                  <a:pt x="168870" y="139072"/>
                </a:cubicBezTo>
                <a:lnTo>
                  <a:pt x="141056" y="26657"/>
                </a:lnTo>
                <a:cubicBezTo>
                  <a:pt x="138708" y="17231"/>
                  <a:pt x="130241" y="10583"/>
                  <a:pt x="120485" y="10583"/>
                </a:cubicBezTo>
                <a:lnTo>
                  <a:pt x="95217" y="10583"/>
                </a:lnTo>
                <a:lnTo>
                  <a:pt x="95217" y="31750"/>
                </a:lnTo>
                <a:cubicBezTo>
                  <a:pt x="95217" y="37604"/>
                  <a:pt x="90487" y="42333"/>
                  <a:pt x="84634" y="42333"/>
                </a:cubicBezTo>
                <a:cubicBezTo>
                  <a:pt x="78780" y="42333"/>
                  <a:pt x="74050" y="37604"/>
                  <a:pt x="74050" y="31750"/>
                </a:cubicBezTo>
                <a:lnTo>
                  <a:pt x="74050" y="10583"/>
                </a:lnTo>
                <a:close/>
                <a:moveTo>
                  <a:pt x="95217" y="74083"/>
                </a:moveTo>
                <a:lnTo>
                  <a:pt x="95217" y="95250"/>
                </a:lnTo>
                <a:cubicBezTo>
                  <a:pt x="95217" y="101104"/>
                  <a:pt x="90487" y="105833"/>
                  <a:pt x="84634" y="105833"/>
                </a:cubicBezTo>
                <a:cubicBezTo>
                  <a:pt x="78780" y="105833"/>
                  <a:pt x="74050" y="101104"/>
                  <a:pt x="74050" y="95250"/>
                </a:cubicBezTo>
                <a:lnTo>
                  <a:pt x="74050" y="74083"/>
                </a:lnTo>
                <a:cubicBezTo>
                  <a:pt x="74050" y="68229"/>
                  <a:pt x="78780" y="63500"/>
                  <a:pt x="84634" y="63500"/>
                </a:cubicBezTo>
                <a:cubicBezTo>
                  <a:pt x="90487" y="63500"/>
                  <a:pt x="95217" y="68229"/>
                  <a:pt x="95217" y="7408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6110113"/>
            <a:ext cx="2381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Heavy Traffic Optimization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364113"/>
            <a:ext cx="2370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more green time for main road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92667" y="6660446"/>
            <a:ext cx="7281333" cy="1746250"/>
          </a:xfrm>
          <a:custGeom>
            <a:avLst/>
            <a:gdLst/>
            <a:ahLst/>
            <a:cxnLst/>
            <a:rect l="l" t="t" r="r" b="b"/>
            <a:pathLst>
              <a:path w="7281333" h="1746250">
                <a:moveTo>
                  <a:pt x="42329" y="0"/>
                </a:moveTo>
                <a:lnTo>
                  <a:pt x="7239004" y="0"/>
                </a:lnTo>
                <a:cubicBezTo>
                  <a:pt x="7262382" y="0"/>
                  <a:pt x="7281333" y="18951"/>
                  <a:pt x="7281333" y="42329"/>
                </a:cubicBezTo>
                <a:lnTo>
                  <a:pt x="7281333" y="1703921"/>
                </a:lnTo>
                <a:cubicBezTo>
                  <a:pt x="7281333" y="1727299"/>
                  <a:pt x="7262382" y="1746250"/>
                  <a:pt x="7239004" y="1746250"/>
                </a:cubicBezTo>
                <a:lnTo>
                  <a:pt x="42329" y="1746250"/>
                </a:lnTo>
                <a:cubicBezTo>
                  <a:pt x="18951" y="1746250"/>
                  <a:pt x="0" y="1727299"/>
                  <a:pt x="0" y="170392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55" name="Text 53"/>
          <p:cNvSpPr/>
          <p:nvPr/>
        </p:nvSpPr>
        <p:spPr>
          <a:xfrm>
            <a:off x="682625" y="6787446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917" y="6999113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Green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238625" y="6787446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243917" y="6999113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Green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2625" y="7253113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D08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7917" y="7464780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Yellow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238625" y="7253113"/>
            <a:ext cx="3545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4A556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243917" y="7464780"/>
            <a:ext cx="3534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19667" y="7722307"/>
            <a:ext cx="7027333" cy="7056"/>
          </a:xfrm>
          <a:custGeom>
            <a:avLst/>
            <a:gdLst/>
            <a:ahLst/>
            <a:cxnLst/>
            <a:rect l="l" t="t" r="r" b="b"/>
            <a:pathLst>
              <a:path w="7027333" h="7056">
                <a:moveTo>
                  <a:pt x="0" y="0"/>
                </a:moveTo>
                <a:lnTo>
                  <a:pt x="7027333" y="0"/>
                </a:lnTo>
                <a:lnTo>
                  <a:pt x="7027333" y="7056"/>
                </a:lnTo>
                <a:lnTo>
                  <a:pt x="0" y="7056"/>
                </a:lnTo>
                <a:lnTo>
                  <a:pt x="0" y="0"/>
                </a:lnTo>
                <a:close/>
              </a:path>
            </a:pathLst>
          </a:custGeom>
          <a:solidFill>
            <a:srgbClr val="A1A1A1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72042" y="7810500"/>
            <a:ext cx="7122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7917" y="8106833"/>
            <a:ext cx="7090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Cycle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904258" y="8466667"/>
            <a:ext cx="658151" cy="254000"/>
          </a:xfrm>
          <a:custGeom>
            <a:avLst/>
            <a:gdLst/>
            <a:ahLst/>
            <a:cxnLst/>
            <a:rect l="l" t="t" r="r" b="b"/>
            <a:pathLst>
              <a:path w="658151" h="254000">
                <a:moveTo>
                  <a:pt x="42334" y="0"/>
                </a:moveTo>
                <a:lnTo>
                  <a:pt x="615817" y="0"/>
                </a:lnTo>
                <a:cubicBezTo>
                  <a:pt x="639197" y="0"/>
                  <a:pt x="658151" y="18954"/>
                  <a:pt x="658151" y="42334"/>
                </a:cubicBezTo>
                <a:lnTo>
                  <a:pt x="658151" y="211666"/>
                </a:lnTo>
                <a:cubicBezTo>
                  <a:pt x="658151" y="235046"/>
                  <a:pt x="639197" y="254000"/>
                  <a:pt x="615817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67" name="Text 65"/>
          <p:cNvSpPr/>
          <p:nvPr/>
        </p:nvSpPr>
        <p:spPr>
          <a:xfrm>
            <a:off x="3867216" y="8466667"/>
            <a:ext cx="732234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R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12667" y="5284613"/>
            <a:ext cx="7620000" cy="3587750"/>
          </a:xfrm>
          <a:custGeom>
            <a:avLst/>
            <a:gdLst/>
            <a:ahLst/>
            <a:cxnLst/>
            <a:rect l="l" t="t" r="r" b="b"/>
            <a:pathLst>
              <a:path w="7620000" h="3587750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3503079"/>
                </a:lnTo>
                <a:cubicBezTo>
                  <a:pt x="7620000" y="3549842"/>
                  <a:pt x="7582092" y="3587750"/>
                  <a:pt x="7535329" y="3587750"/>
                </a:cubicBezTo>
                <a:lnTo>
                  <a:pt x="84671" y="3587750"/>
                </a:lnTo>
                <a:cubicBezTo>
                  <a:pt x="37908" y="3587750"/>
                  <a:pt x="0" y="3549842"/>
                  <a:pt x="0" y="3503079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212667" y="5284613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0" name="Shape 68"/>
          <p:cNvSpPr/>
          <p:nvPr/>
        </p:nvSpPr>
        <p:spPr>
          <a:xfrm>
            <a:off x="8212667" y="5305780"/>
            <a:ext cx="7620000" cy="635000"/>
          </a:xfrm>
          <a:custGeom>
            <a:avLst/>
            <a:gdLst/>
            <a:ahLst/>
            <a:cxnLst/>
            <a:rect l="l" t="t" r="r" b="b"/>
            <a:pathLst>
              <a:path w="7620000" h="635000">
                <a:moveTo>
                  <a:pt x="0" y="0"/>
                </a:moveTo>
                <a:lnTo>
                  <a:pt x="7620000" y="0"/>
                </a:lnTo>
                <a:lnTo>
                  <a:pt x="7620000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1" name="Shape 69"/>
          <p:cNvSpPr/>
          <p:nvPr/>
        </p:nvSpPr>
        <p:spPr>
          <a:xfrm>
            <a:off x="8413750" y="54962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56852" y="0"/>
                  <a:pt x="0" y="56852"/>
                  <a:pt x="0" y="127000"/>
                </a:cubicBezTo>
                <a:cubicBezTo>
                  <a:pt x="0" y="197148"/>
                  <a:pt x="56852" y="254000"/>
                  <a:pt x="127000" y="254000"/>
                </a:cubicBezTo>
                <a:cubicBezTo>
                  <a:pt x="161131" y="254000"/>
                  <a:pt x="192137" y="240506"/>
                  <a:pt x="214957" y="218579"/>
                </a:cubicBezTo>
                <a:cubicBezTo>
                  <a:pt x="218579" y="215106"/>
                  <a:pt x="219621" y="209699"/>
                  <a:pt x="217587" y="205135"/>
                </a:cubicBezTo>
                <a:cubicBezTo>
                  <a:pt x="215553" y="200571"/>
                  <a:pt x="210790" y="197743"/>
                  <a:pt x="205780" y="198140"/>
                </a:cubicBezTo>
                <a:cubicBezTo>
                  <a:pt x="203349" y="198338"/>
                  <a:pt x="200918" y="198438"/>
                  <a:pt x="198438" y="198438"/>
                </a:cubicBezTo>
                <a:cubicBezTo>
                  <a:pt x="148034" y="198438"/>
                  <a:pt x="107156" y="157559"/>
                  <a:pt x="107156" y="107156"/>
                </a:cubicBezTo>
                <a:cubicBezTo>
                  <a:pt x="107156" y="71388"/>
                  <a:pt x="127744" y="40382"/>
                  <a:pt x="157807" y="25400"/>
                </a:cubicBezTo>
                <a:cubicBezTo>
                  <a:pt x="162322" y="23168"/>
                  <a:pt x="164902" y="18306"/>
                  <a:pt x="164306" y="13295"/>
                </a:cubicBezTo>
                <a:cubicBezTo>
                  <a:pt x="163711" y="8285"/>
                  <a:pt x="160040" y="4217"/>
                  <a:pt x="155129" y="3125"/>
                </a:cubicBezTo>
                <a:cubicBezTo>
                  <a:pt x="146050" y="1091"/>
                  <a:pt x="136624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8826500" y="5475113"/>
            <a:ext cx="1206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Night Mode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82000" y="613128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498417" y="6258280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10583" y="10583"/>
                </a:moveTo>
                <a:cubicBezTo>
                  <a:pt x="16437" y="10583"/>
                  <a:pt x="21167" y="15313"/>
                  <a:pt x="21167" y="21167"/>
                </a:cubicBezTo>
                <a:lnTo>
                  <a:pt x="21167" y="95250"/>
                </a:lnTo>
                <a:lnTo>
                  <a:pt x="95250" y="95250"/>
                </a:lnTo>
                <a:lnTo>
                  <a:pt x="95250" y="52917"/>
                </a:lnTo>
                <a:cubicBezTo>
                  <a:pt x="95250" y="47063"/>
                  <a:pt x="99979" y="42333"/>
                  <a:pt x="105833" y="42333"/>
                </a:cubicBezTo>
                <a:lnTo>
                  <a:pt x="158750" y="42333"/>
                </a:lnTo>
                <a:cubicBezTo>
                  <a:pt x="176279" y="42333"/>
                  <a:pt x="190500" y="56555"/>
                  <a:pt x="190500" y="74083"/>
                </a:cubicBezTo>
                <a:lnTo>
                  <a:pt x="190500" y="148167"/>
                </a:lnTo>
                <a:cubicBezTo>
                  <a:pt x="190500" y="154021"/>
                  <a:pt x="185771" y="158750"/>
                  <a:pt x="179917" y="158750"/>
                </a:cubicBezTo>
                <a:cubicBezTo>
                  <a:pt x="174063" y="158750"/>
                  <a:pt x="169333" y="154021"/>
                  <a:pt x="169333" y="148167"/>
                </a:cubicBezTo>
                <a:lnTo>
                  <a:pt x="169333" y="127000"/>
                </a:lnTo>
                <a:lnTo>
                  <a:pt x="21167" y="127000"/>
                </a:lnTo>
                <a:lnTo>
                  <a:pt x="21167" y="148167"/>
                </a:lnTo>
                <a:cubicBezTo>
                  <a:pt x="21167" y="154021"/>
                  <a:pt x="16437" y="158750"/>
                  <a:pt x="10583" y="158750"/>
                </a:cubicBezTo>
                <a:cubicBezTo>
                  <a:pt x="4729" y="158750"/>
                  <a:pt x="0" y="154021"/>
                  <a:pt x="0" y="148167"/>
                </a:cubicBezTo>
                <a:lnTo>
                  <a:pt x="0" y="21167"/>
                </a:lnTo>
                <a:cubicBezTo>
                  <a:pt x="0" y="15313"/>
                  <a:pt x="4729" y="10583"/>
                  <a:pt x="10583" y="10583"/>
                </a:cubicBezTo>
                <a:close/>
                <a:moveTo>
                  <a:pt x="37042" y="63500"/>
                </a:moveTo>
                <a:cubicBezTo>
                  <a:pt x="37042" y="51818"/>
                  <a:pt x="46526" y="42333"/>
                  <a:pt x="58208" y="42333"/>
                </a:cubicBezTo>
                <a:cubicBezTo>
                  <a:pt x="69891" y="42333"/>
                  <a:pt x="79375" y="51818"/>
                  <a:pt x="79375" y="63500"/>
                </a:cubicBezTo>
                <a:cubicBezTo>
                  <a:pt x="79375" y="75182"/>
                  <a:pt x="69891" y="84667"/>
                  <a:pt x="58208" y="84667"/>
                </a:cubicBezTo>
                <a:cubicBezTo>
                  <a:pt x="46526" y="84667"/>
                  <a:pt x="37042" y="75182"/>
                  <a:pt x="37042" y="6350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5" name="Text 73"/>
          <p:cNvSpPr/>
          <p:nvPr/>
        </p:nvSpPr>
        <p:spPr>
          <a:xfrm>
            <a:off x="8932333" y="6110113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Low-Traffic Operation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932333" y="6364113"/>
            <a:ext cx="189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unnecessary waiting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82000" y="6660446"/>
            <a:ext cx="7281333" cy="1058333"/>
          </a:xfrm>
          <a:custGeom>
            <a:avLst/>
            <a:gdLst/>
            <a:ahLst/>
            <a:cxnLst/>
            <a:rect l="l" t="t" r="r" b="b"/>
            <a:pathLst>
              <a:path w="7281333" h="1058333">
                <a:moveTo>
                  <a:pt x="42333" y="0"/>
                </a:moveTo>
                <a:lnTo>
                  <a:pt x="7239000" y="0"/>
                </a:lnTo>
                <a:cubicBezTo>
                  <a:pt x="7262380" y="0"/>
                  <a:pt x="7281333" y="18953"/>
                  <a:pt x="7281333" y="42333"/>
                </a:cubicBezTo>
                <a:lnTo>
                  <a:pt x="7281333" y="1016000"/>
                </a:lnTo>
                <a:cubicBezTo>
                  <a:pt x="7281333" y="1039380"/>
                  <a:pt x="7262380" y="1058333"/>
                  <a:pt x="7239000" y="1058333"/>
                </a:cubicBezTo>
                <a:lnTo>
                  <a:pt x="42333" y="1058333"/>
                </a:lnTo>
                <a:cubicBezTo>
                  <a:pt x="18953" y="1058333"/>
                  <a:pt x="0" y="1039380"/>
                  <a:pt x="0" y="1016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78" name="Shape 76"/>
          <p:cNvSpPr/>
          <p:nvPr/>
        </p:nvSpPr>
        <p:spPr>
          <a:xfrm>
            <a:off x="8548688" y="6819196"/>
            <a:ext cx="111125" cy="148167"/>
          </a:xfrm>
          <a:custGeom>
            <a:avLst/>
            <a:gdLst/>
            <a:ahLst/>
            <a:cxnLst/>
            <a:rect l="l" t="t" r="r" b="b"/>
            <a:pathLst>
              <a:path w="111125" h="148167">
                <a:moveTo>
                  <a:pt x="84762" y="111125"/>
                </a:moveTo>
                <a:cubicBezTo>
                  <a:pt x="86874" y="104672"/>
                  <a:pt x="91099" y="98826"/>
                  <a:pt x="95874" y="93791"/>
                </a:cubicBezTo>
                <a:cubicBezTo>
                  <a:pt x="105337" y="83836"/>
                  <a:pt x="111125" y="70379"/>
                  <a:pt x="111125" y="55563"/>
                </a:cubicBezTo>
                <a:cubicBezTo>
                  <a:pt x="111125" y="24887"/>
                  <a:pt x="86238" y="0"/>
                  <a:pt x="55562" y="0"/>
                </a:cubicBezTo>
                <a:cubicBezTo>
                  <a:pt x="24887" y="0"/>
                  <a:pt x="0" y="24887"/>
                  <a:pt x="0" y="55562"/>
                </a:cubicBezTo>
                <a:cubicBezTo>
                  <a:pt x="0" y="70379"/>
                  <a:pt x="5788" y="83836"/>
                  <a:pt x="15251" y="93791"/>
                </a:cubicBezTo>
                <a:cubicBezTo>
                  <a:pt x="20026" y="98826"/>
                  <a:pt x="24280" y="104672"/>
                  <a:pt x="26363" y="111125"/>
                </a:cubicBezTo>
                <a:lnTo>
                  <a:pt x="84733" y="111125"/>
                </a:lnTo>
                <a:close/>
                <a:moveTo>
                  <a:pt x="83344" y="125016"/>
                </a:moveTo>
                <a:lnTo>
                  <a:pt x="27781" y="125016"/>
                </a:lnTo>
                <a:lnTo>
                  <a:pt x="27781" y="129646"/>
                </a:lnTo>
                <a:cubicBezTo>
                  <a:pt x="27781" y="142437"/>
                  <a:pt x="38141" y="152797"/>
                  <a:pt x="50932" y="152797"/>
                </a:cubicBezTo>
                <a:lnTo>
                  <a:pt x="60193" y="152797"/>
                </a:lnTo>
                <a:cubicBezTo>
                  <a:pt x="72984" y="152797"/>
                  <a:pt x="83344" y="142437"/>
                  <a:pt x="83344" y="129646"/>
                </a:cubicBezTo>
                <a:lnTo>
                  <a:pt x="83344" y="125016"/>
                </a:lnTo>
                <a:close/>
                <a:moveTo>
                  <a:pt x="53247" y="32411"/>
                </a:moveTo>
                <a:cubicBezTo>
                  <a:pt x="41730" y="32411"/>
                  <a:pt x="32411" y="41730"/>
                  <a:pt x="32411" y="53247"/>
                </a:cubicBezTo>
                <a:cubicBezTo>
                  <a:pt x="32411" y="57096"/>
                  <a:pt x="29315" y="60193"/>
                  <a:pt x="25466" y="60193"/>
                </a:cubicBezTo>
                <a:cubicBezTo>
                  <a:pt x="21617" y="60193"/>
                  <a:pt x="18521" y="57096"/>
                  <a:pt x="18521" y="53247"/>
                </a:cubicBezTo>
                <a:cubicBezTo>
                  <a:pt x="18521" y="34061"/>
                  <a:pt x="34061" y="18521"/>
                  <a:pt x="53247" y="18521"/>
                </a:cubicBezTo>
                <a:cubicBezTo>
                  <a:pt x="57096" y="18521"/>
                  <a:pt x="60193" y="21617"/>
                  <a:pt x="60193" y="25466"/>
                </a:cubicBezTo>
                <a:cubicBezTo>
                  <a:pt x="60193" y="29315"/>
                  <a:pt x="57096" y="32411"/>
                  <a:pt x="53247" y="32411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79" name="Text 77"/>
          <p:cNvSpPr/>
          <p:nvPr/>
        </p:nvSpPr>
        <p:spPr>
          <a:xfrm>
            <a:off x="8778875" y="6787446"/>
            <a:ext cx="1661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lights blink yellow (1s)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539427" y="711553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8521" y="9260"/>
                </a:moveTo>
                <a:lnTo>
                  <a:pt x="111125" y="9260"/>
                </a:lnTo>
                <a:cubicBezTo>
                  <a:pt x="121340" y="9260"/>
                  <a:pt x="129646" y="17566"/>
                  <a:pt x="129646" y="27781"/>
                </a:cubicBezTo>
                <a:lnTo>
                  <a:pt x="129646" y="120385"/>
                </a:lnTo>
                <a:cubicBezTo>
                  <a:pt x="129646" y="130601"/>
                  <a:pt x="121340" y="138906"/>
                  <a:pt x="111125" y="138906"/>
                </a:cubicBezTo>
                <a:lnTo>
                  <a:pt x="18521" y="138906"/>
                </a:lnTo>
                <a:cubicBezTo>
                  <a:pt x="8305" y="138906"/>
                  <a:pt x="0" y="130601"/>
                  <a:pt x="0" y="120385"/>
                </a:cubicBezTo>
                <a:lnTo>
                  <a:pt x="0" y="27781"/>
                </a:lnTo>
                <a:cubicBezTo>
                  <a:pt x="0" y="17566"/>
                  <a:pt x="8305" y="9260"/>
                  <a:pt x="18521" y="926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1" name="Text 79"/>
          <p:cNvSpPr/>
          <p:nvPr/>
        </p:nvSpPr>
        <p:spPr>
          <a:xfrm>
            <a:off x="8778875" y="7083780"/>
            <a:ext cx="1418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 as all-way stop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530167" y="741186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83" name="Text 81"/>
          <p:cNvSpPr/>
          <p:nvPr/>
        </p:nvSpPr>
        <p:spPr>
          <a:xfrm>
            <a:off x="8778875" y="7380113"/>
            <a:ext cx="1291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Proceed when safe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1693591" y="7782280"/>
            <a:ext cx="658151" cy="254000"/>
          </a:xfrm>
          <a:custGeom>
            <a:avLst/>
            <a:gdLst/>
            <a:ahLst/>
            <a:cxnLst/>
            <a:rect l="l" t="t" r="r" b="b"/>
            <a:pathLst>
              <a:path w="658151" h="254000">
                <a:moveTo>
                  <a:pt x="42334" y="0"/>
                </a:moveTo>
                <a:lnTo>
                  <a:pt x="615817" y="0"/>
                </a:lnTo>
                <a:cubicBezTo>
                  <a:pt x="639197" y="0"/>
                  <a:pt x="658151" y="18954"/>
                  <a:pt x="658151" y="42334"/>
                </a:cubicBezTo>
                <a:lnTo>
                  <a:pt x="658151" y="211666"/>
                </a:lnTo>
                <a:cubicBezTo>
                  <a:pt x="658151" y="235046"/>
                  <a:pt x="639197" y="254000"/>
                  <a:pt x="615817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85" name="Text 83"/>
          <p:cNvSpPr/>
          <p:nvPr/>
        </p:nvSpPr>
        <p:spPr>
          <a:xfrm>
            <a:off x="11656549" y="7782280"/>
            <a:ext cx="732234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" name="Shape 1"/>
          <p:cNvSpPr/>
          <p:nvPr/>
        </p:nvSpPr>
        <p:spPr>
          <a:xfrm>
            <a:off x="711200" y="76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508000"/>
            <a:ext cx="284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812800"/>
            <a:ext cx="297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Mode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574800"/>
            <a:ext cx="7467600" cy="3352800"/>
          </a:xfrm>
          <a:custGeom>
            <a:avLst/>
            <a:gdLst/>
            <a:ahLst/>
            <a:cxnLst/>
            <a:rect l="l" t="t" r="r" b="b"/>
            <a:pathLst>
              <a:path w="7467600" h="3352800">
                <a:moveTo>
                  <a:pt x="101590" y="0"/>
                </a:moveTo>
                <a:lnTo>
                  <a:pt x="7366010" y="0"/>
                </a:lnTo>
                <a:cubicBezTo>
                  <a:pt x="7422117" y="0"/>
                  <a:pt x="7467600" y="45483"/>
                  <a:pt x="7467600" y="101590"/>
                </a:cubicBezTo>
                <a:lnTo>
                  <a:pt x="7467600" y="3251210"/>
                </a:lnTo>
                <a:cubicBezTo>
                  <a:pt x="7467600" y="3307317"/>
                  <a:pt x="7422117" y="3352800"/>
                  <a:pt x="7366010" y="3352800"/>
                </a:cubicBezTo>
                <a:lnTo>
                  <a:pt x="101590" y="3352800"/>
                </a:lnTo>
                <a:cubicBezTo>
                  <a:pt x="45483" y="3352800"/>
                  <a:pt x="0" y="3307317"/>
                  <a:pt x="0" y="32512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1200" y="17780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19-Second Cycle Breakdown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" y="2311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0-5s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76400" y="2286000"/>
            <a:ext cx="6096000" cy="406400"/>
          </a:xfrm>
          <a:custGeom>
            <a:avLst/>
            <a:gdLst/>
            <a:ahLst/>
            <a:cxnLst/>
            <a:rect l="l" t="t" r="r" b="b"/>
            <a:pathLst>
              <a:path w="6096000" h="406400">
                <a:moveTo>
                  <a:pt x="50800" y="0"/>
                </a:moveTo>
                <a:lnTo>
                  <a:pt x="6045200" y="0"/>
                </a:lnTo>
                <a:cubicBezTo>
                  <a:pt x="6073237" y="0"/>
                  <a:pt x="6096000" y="22763"/>
                  <a:pt x="6096000" y="50800"/>
                </a:cubicBezTo>
                <a:lnTo>
                  <a:pt x="6096000" y="355600"/>
                </a:lnTo>
                <a:cubicBezTo>
                  <a:pt x="6096000" y="383637"/>
                  <a:pt x="6073237" y="406400"/>
                  <a:pt x="60452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0" name="Text 8"/>
          <p:cNvSpPr/>
          <p:nvPr/>
        </p:nvSpPr>
        <p:spPr>
          <a:xfrm>
            <a:off x="1625600" y="2286000"/>
            <a:ext cx="619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" y="2819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5-10s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76400" y="2794000"/>
            <a:ext cx="6096000" cy="406400"/>
          </a:xfrm>
          <a:custGeom>
            <a:avLst/>
            <a:gdLst/>
            <a:ahLst/>
            <a:cxnLst/>
            <a:rect l="l" t="t" r="r" b="b"/>
            <a:pathLst>
              <a:path w="6096000" h="406400">
                <a:moveTo>
                  <a:pt x="50800" y="0"/>
                </a:moveTo>
                <a:lnTo>
                  <a:pt x="6045200" y="0"/>
                </a:lnTo>
                <a:cubicBezTo>
                  <a:pt x="6073237" y="0"/>
                  <a:pt x="6096000" y="22763"/>
                  <a:pt x="6096000" y="50800"/>
                </a:cubicBezTo>
                <a:lnTo>
                  <a:pt x="6096000" y="355600"/>
                </a:lnTo>
                <a:cubicBezTo>
                  <a:pt x="6096000" y="383637"/>
                  <a:pt x="6073237" y="406400"/>
                  <a:pt x="60452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3" name="Text 11"/>
          <p:cNvSpPr/>
          <p:nvPr/>
        </p:nvSpPr>
        <p:spPr>
          <a:xfrm>
            <a:off x="1625600" y="2794000"/>
            <a:ext cx="619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Green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3327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10-12s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76400" y="3302000"/>
            <a:ext cx="6096000" cy="406400"/>
          </a:xfrm>
          <a:custGeom>
            <a:avLst/>
            <a:gdLst/>
            <a:ahLst/>
            <a:cxnLst/>
            <a:rect l="l" t="t" r="r" b="b"/>
            <a:pathLst>
              <a:path w="6096000" h="406400">
                <a:moveTo>
                  <a:pt x="50800" y="0"/>
                </a:moveTo>
                <a:lnTo>
                  <a:pt x="6045200" y="0"/>
                </a:lnTo>
                <a:cubicBezTo>
                  <a:pt x="6073237" y="0"/>
                  <a:pt x="6096000" y="22763"/>
                  <a:pt x="6096000" y="50800"/>
                </a:cubicBezTo>
                <a:lnTo>
                  <a:pt x="6096000" y="355600"/>
                </a:lnTo>
                <a:cubicBezTo>
                  <a:pt x="6096000" y="383637"/>
                  <a:pt x="6073237" y="406400"/>
                  <a:pt x="60452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6" name="Text 14"/>
          <p:cNvSpPr/>
          <p:nvPr/>
        </p:nvSpPr>
        <p:spPr>
          <a:xfrm>
            <a:off x="1625600" y="3302000"/>
            <a:ext cx="619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Yellow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3835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12-17s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76400" y="3810000"/>
            <a:ext cx="6096000" cy="406400"/>
          </a:xfrm>
          <a:custGeom>
            <a:avLst/>
            <a:gdLst/>
            <a:ahLst/>
            <a:cxnLst/>
            <a:rect l="l" t="t" r="r" b="b"/>
            <a:pathLst>
              <a:path w="6096000" h="406400">
                <a:moveTo>
                  <a:pt x="50800" y="0"/>
                </a:moveTo>
                <a:lnTo>
                  <a:pt x="6045200" y="0"/>
                </a:lnTo>
                <a:cubicBezTo>
                  <a:pt x="6073237" y="0"/>
                  <a:pt x="6096000" y="22763"/>
                  <a:pt x="6096000" y="50800"/>
                </a:cubicBezTo>
                <a:lnTo>
                  <a:pt x="6096000" y="355600"/>
                </a:lnTo>
                <a:cubicBezTo>
                  <a:pt x="6096000" y="383637"/>
                  <a:pt x="6073237" y="406400"/>
                  <a:pt x="60452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9" name="Text 17"/>
          <p:cNvSpPr/>
          <p:nvPr/>
        </p:nvSpPr>
        <p:spPr>
          <a:xfrm>
            <a:off x="1625600" y="3810000"/>
            <a:ext cx="619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Green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" y="4343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17-19s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76400" y="4318000"/>
            <a:ext cx="6096000" cy="406400"/>
          </a:xfrm>
          <a:custGeom>
            <a:avLst/>
            <a:gdLst/>
            <a:ahLst/>
            <a:cxnLst/>
            <a:rect l="l" t="t" r="r" b="b"/>
            <a:pathLst>
              <a:path w="6096000" h="406400">
                <a:moveTo>
                  <a:pt x="50800" y="0"/>
                </a:moveTo>
                <a:lnTo>
                  <a:pt x="6045200" y="0"/>
                </a:lnTo>
                <a:cubicBezTo>
                  <a:pt x="6073237" y="0"/>
                  <a:pt x="6096000" y="22763"/>
                  <a:pt x="6096000" y="50800"/>
                </a:cubicBezTo>
                <a:lnTo>
                  <a:pt x="6096000" y="355600"/>
                </a:lnTo>
                <a:cubicBezTo>
                  <a:pt x="6096000" y="383637"/>
                  <a:pt x="6073237" y="406400"/>
                  <a:pt x="60452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2" name="Text 20"/>
          <p:cNvSpPr/>
          <p:nvPr/>
        </p:nvSpPr>
        <p:spPr>
          <a:xfrm>
            <a:off x="1625600" y="4318000"/>
            <a:ext cx="619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Yellow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5130800"/>
            <a:ext cx="3606800" cy="3200400"/>
          </a:xfrm>
          <a:custGeom>
            <a:avLst/>
            <a:gdLst/>
            <a:ahLst/>
            <a:cxnLst/>
            <a:rect l="l" t="t" r="r" b="b"/>
            <a:pathLst>
              <a:path w="3606800" h="3200400">
                <a:moveTo>
                  <a:pt x="50800" y="0"/>
                </a:moveTo>
                <a:lnTo>
                  <a:pt x="3505187" y="0"/>
                </a:lnTo>
                <a:cubicBezTo>
                  <a:pt x="3561306" y="0"/>
                  <a:pt x="3606800" y="45494"/>
                  <a:pt x="3606800" y="101613"/>
                </a:cubicBezTo>
                <a:lnTo>
                  <a:pt x="3606800" y="3098787"/>
                </a:lnTo>
                <a:cubicBezTo>
                  <a:pt x="3606800" y="3154906"/>
                  <a:pt x="3561306" y="3200400"/>
                  <a:pt x="350518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" y="5130800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53340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8825" y="58166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33350" y="11112"/>
                </a:moveTo>
                <a:lnTo>
                  <a:pt x="177800" y="11112"/>
                </a:lnTo>
                <a:cubicBezTo>
                  <a:pt x="183947" y="11112"/>
                  <a:pt x="188913" y="16078"/>
                  <a:pt x="188913" y="22225"/>
                </a:cubicBezTo>
                <a:cubicBezTo>
                  <a:pt x="188913" y="28372"/>
                  <a:pt x="183947" y="33337"/>
                  <a:pt x="177800" y="33337"/>
                </a:cubicBezTo>
                <a:lnTo>
                  <a:pt x="138351" y="33337"/>
                </a:lnTo>
                <a:cubicBezTo>
                  <a:pt x="136545" y="42297"/>
                  <a:pt x="130398" y="49694"/>
                  <a:pt x="122238" y="53236"/>
                </a:cubicBezTo>
                <a:lnTo>
                  <a:pt x="122238" y="155575"/>
                </a:lnTo>
                <a:lnTo>
                  <a:pt x="177800" y="155575"/>
                </a:lnTo>
                <a:cubicBezTo>
                  <a:pt x="183947" y="155575"/>
                  <a:pt x="188913" y="160541"/>
                  <a:pt x="188913" y="166688"/>
                </a:cubicBezTo>
                <a:cubicBezTo>
                  <a:pt x="188913" y="172834"/>
                  <a:pt x="183947" y="177800"/>
                  <a:pt x="177800" y="177800"/>
                </a:cubicBezTo>
                <a:lnTo>
                  <a:pt x="44450" y="177800"/>
                </a:lnTo>
                <a:cubicBezTo>
                  <a:pt x="38303" y="177800"/>
                  <a:pt x="33337" y="172834"/>
                  <a:pt x="33337" y="166688"/>
                </a:cubicBezTo>
                <a:cubicBezTo>
                  <a:pt x="33337" y="160541"/>
                  <a:pt x="38303" y="155575"/>
                  <a:pt x="44450" y="155575"/>
                </a:cubicBezTo>
                <a:lnTo>
                  <a:pt x="100013" y="155575"/>
                </a:lnTo>
                <a:lnTo>
                  <a:pt x="100013" y="53236"/>
                </a:lnTo>
                <a:cubicBezTo>
                  <a:pt x="91852" y="49659"/>
                  <a:pt x="85705" y="42262"/>
                  <a:pt x="83899" y="33338"/>
                </a:cubicBezTo>
                <a:lnTo>
                  <a:pt x="44450" y="33337"/>
                </a:lnTo>
                <a:cubicBezTo>
                  <a:pt x="38303" y="33337"/>
                  <a:pt x="33337" y="28372"/>
                  <a:pt x="33337" y="22225"/>
                </a:cubicBezTo>
                <a:cubicBezTo>
                  <a:pt x="33337" y="16078"/>
                  <a:pt x="38303" y="11112"/>
                  <a:pt x="44450" y="11112"/>
                </a:cubicBezTo>
                <a:lnTo>
                  <a:pt x="88900" y="11112"/>
                </a:lnTo>
                <a:cubicBezTo>
                  <a:pt x="93970" y="4376"/>
                  <a:pt x="102027" y="0"/>
                  <a:pt x="111125" y="0"/>
                </a:cubicBezTo>
                <a:cubicBezTo>
                  <a:pt x="120223" y="0"/>
                  <a:pt x="128280" y="4376"/>
                  <a:pt x="133350" y="11112"/>
                </a:cubicBezTo>
                <a:close/>
                <a:moveTo>
                  <a:pt x="152658" y="111125"/>
                </a:moveTo>
                <a:lnTo>
                  <a:pt x="202942" y="111125"/>
                </a:lnTo>
                <a:lnTo>
                  <a:pt x="177800" y="67995"/>
                </a:lnTo>
                <a:lnTo>
                  <a:pt x="152658" y="111125"/>
                </a:lnTo>
                <a:close/>
                <a:moveTo>
                  <a:pt x="177800" y="144463"/>
                </a:moveTo>
                <a:cubicBezTo>
                  <a:pt x="155957" y="144463"/>
                  <a:pt x="137795" y="132655"/>
                  <a:pt x="134045" y="117063"/>
                </a:cubicBezTo>
                <a:cubicBezTo>
                  <a:pt x="133142" y="113243"/>
                  <a:pt x="134392" y="109319"/>
                  <a:pt x="136371" y="105916"/>
                </a:cubicBezTo>
                <a:lnTo>
                  <a:pt x="169431" y="49242"/>
                </a:lnTo>
                <a:cubicBezTo>
                  <a:pt x="171167" y="46256"/>
                  <a:pt x="174362" y="44450"/>
                  <a:pt x="177800" y="44450"/>
                </a:cubicBezTo>
                <a:cubicBezTo>
                  <a:pt x="181238" y="44450"/>
                  <a:pt x="184433" y="46291"/>
                  <a:pt x="186169" y="49242"/>
                </a:cubicBezTo>
                <a:lnTo>
                  <a:pt x="219229" y="105916"/>
                </a:lnTo>
                <a:cubicBezTo>
                  <a:pt x="221208" y="109319"/>
                  <a:pt x="222458" y="113243"/>
                  <a:pt x="221555" y="117063"/>
                </a:cubicBezTo>
                <a:cubicBezTo>
                  <a:pt x="217805" y="132621"/>
                  <a:pt x="199643" y="144463"/>
                  <a:pt x="177800" y="144463"/>
                </a:cubicBezTo>
                <a:close/>
                <a:moveTo>
                  <a:pt x="44033" y="67995"/>
                </a:moveTo>
                <a:lnTo>
                  <a:pt x="18891" y="111125"/>
                </a:lnTo>
                <a:lnTo>
                  <a:pt x="69210" y="111125"/>
                </a:lnTo>
                <a:lnTo>
                  <a:pt x="44033" y="67995"/>
                </a:lnTo>
                <a:close/>
                <a:moveTo>
                  <a:pt x="313" y="117063"/>
                </a:moveTo>
                <a:cubicBezTo>
                  <a:pt x="-590" y="113243"/>
                  <a:pt x="660" y="109319"/>
                  <a:pt x="2639" y="105916"/>
                </a:cubicBezTo>
                <a:lnTo>
                  <a:pt x="35699" y="49242"/>
                </a:lnTo>
                <a:cubicBezTo>
                  <a:pt x="37435" y="46256"/>
                  <a:pt x="40630" y="44450"/>
                  <a:pt x="44068" y="44450"/>
                </a:cubicBezTo>
                <a:cubicBezTo>
                  <a:pt x="47506" y="44450"/>
                  <a:pt x="50701" y="46291"/>
                  <a:pt x="52437" y="49242"/>
                </a:cubicBezTo>
                <a:lnTo>
                  <a:pt x="85497" y="105916"/>
                </a:lnTo>
                <a:cubicBezTo>
                  <a:pt x="87476" y="109319"/>
                  <a:pt x="88726" y="113243"/>
                  <a:pt x="87823" y="117063"/>
                </a:cubicBezTo>
                <a:cubicBezTo>
                  <a:pt x="84073" y="132621"/>
                  <a:pt x="65911" y="144463"/>
                  <a:pt x="44068" y="144463"/>
                </a:cubicBezTo>
                <a:cubicBezTo>
                  <a:pt x="22225" y="144463"/>
                  <a:pt x="4063" y="132655"/>
                  <a:pt x="313" y="117063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73679" y="57912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traffic flow for both directions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2163" y="64262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1112" y="44450"/>
                </a:moveTo>
                <a:cubicBezTo>
                  <a:pt x="4966" y="44450"/>
                  <a:pt x="0" y="49416"/>
                  <a:pt x="0" y="55563"/>
                </a:cubicBezTo>
                <a:cubicBezTo>
                  <a:pt x="0" y="61709"/>
                  <a:pt x="4966" y="66675"/>
                  <a:pt x="11112" y="66675"/>
                </a:cubicBezTo>
                <a:lnTo>
                  <a:pt x="144463" y="66675"/>
                </a:lnTo>
                <a:cubicBezTo>
                  <a:pt x="150609" y="66675"/>
                  <a:pt x="155575" y="61709"/>
                  <a:pt x="155575" y="55563"/>
                </a:cubicBezTo>
                <a:cubicBezTo>
                  <a:pt x="155575" y="49416"/>
                  <a:pt x="150609" y="44450"/>
                  <a:pt x="144463" y="44450"/>
                </a:cubicBezTo>
                <a:lnTo>
                  <a:pt x="11112" y="44450"/>
                </a:lnTo>
                <a:close/>
                <a:moveTo>
                  <a:pt x="11112" y="111125"/>
                </a:moveTo>
                <a:cubicBezTo>
                  <a:pt x="4966" y="111125"/>
                  <a:pt x="0" y="116091"/>
                  <a:pt x="0" y="122238"/>
                </a:cubicBezTo>
                <a:cubicBezTo>
                  <a:pt x="0" y="128384"/>
                  <a:pt x="4966" y="133350"/>
                  <a:pt x="11112" y="133350"/>
                </a:cubicBezTo>
                <a:lnTo>
                  <a:pt x="144463" y="133350"/>
                </a:lnTo>
                <a:cubicBezTo>
                  <a:pt x="150609" y="133350"/>
                  <a:pt x="155575" y="128384"/>
                  <a:pt x="155575" y="122238"/>
                </a:cubicBezTo>
                <a:cubicBezTo>
                  <a:pt x="155575" y="116091"/>
                  <a:pt x="150609" y="111125"/>
                  <a:pt x="144463" y="111125"/>
                </a:cubicBezTo>
                <a:lnTo>
                  <a:pt x="11112" y="111125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79765" y="64008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Equal green time distribution (5s each)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1050" y="7035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ubicBezTo>
                  <a:pt x="0" y="39835"/>
                  <a:pt x="39835" y="0"/>
                  <a:pt x="88900" y="0"/>
                </a:cubicBezTo>
                <a:close/>
                <a:moveTo>
                  <a:pt x="80566" y="41672"/>
                </a:moveTo>
                <a:lnTo>
                  <a:pt x="80566" y="88900"/>
                </a:lnTo>
                <a:cubicBezTo>
                  <a:pt x="80566" y="91678"/>
                  <a:pt x="81955" y="94283"/>
                  <a:pt x="84281" y="95845"/>
                </a:cubicBezTo>
                <a:lnTo>
                  <a:pt x="117619" y="118070"/>
                </a:lnTo>
                <a:cubicBezTo>
                  <a:pt x="121439" y="120640"/>
                  <a:pt x="126613" y="119598"/>
                  <a:pt x="129183" y="115744"/>
                </a:cubicBezTo>
                <a:cubicBezTo>
                  <a:pt x="131753" y="111889"/>
                  <a:pt x="130711" y="106749"/>
                  <a:pt x="126856" y="104180"/>
                </a:cubicBezTo>
                <a:lnTo>
                  <a:pt x="97234" y="84455"/>
                </a:lnTo>
                <a:lnTo>
                  <a:pt x="97234" y="41672"/>
                </a:lnTo>
                <a:cubicBezTo>
                  <a:pt x="97234" y="37053"/>
                  <a:pt x="93519" y="33337"/>
                  <a:pt x="88900" y="33337"/>
                </a:cubicBezTo>
                <a:cubicBezTo>
                  <a:pt x="84281" y="33337"/>
                  <a:pt x="80566" y="37053"/>
                  <a:pt x="80566" y="41672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85585" y="70104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transition timing (2s yellow)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0575" y="76454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66675" y="27781"/>
                </a:moveTo>
                <a:cubicBezTo>
                  <a:pt x="77408" y="27781"/>
                  <a:pt x="86122" y="19067"/>
                  <a:pt x="86122" y="8334"/>
                </a:cubicBezTo>
                <a:cubicBezTo>
                  <a:pt x="86122" y="-2399"/>
                  <a:pt x="77408" y="-11112"/>
                  <a:pt x="66675" y="-11112"/>
                </a:cubicBezTo>
                <a:cubicBezTo>
                  <a:pt x="55942" y="-11112"/>
                  <a:pt x="47228" y="-2399"/>
                  <a:pt x="47228" y="8334"/>
                </a:cubicBezTo>
                <a:cubicBezTo>
                  <a:pt x="47228" y="19067"/>
                  <a:pt x="55942" y="27781"/>
                  <a:pt x="66675" y="27781"/>
                </a:cubicBezTo>
                <a:close/>
                <a:moveTo>
                  <a:pt x="36602" y="79142"/>
                </a:moveTo>
                <a:lnTo>
                  <a:pt x="44450" y="71294"/>
                </a:lnTo>
                <a:lnTo>
                  <a:pt x="44450" y="95359"/>
                </a:lnTo>
                <a:cubicBezTo>
                  <a:pt x="44450" y="105083"/>
                  <a:pt x="48687" y="114355"/>
                  <a:pt x="56083" y="120675"/>
                </a:cubicBezTo>
                <a:lnTo>
                  <a:pt x="80878" y="141927"/>
                </a:lnTo>
                <a:cubicBezTo>
                  <a:pt x="82927" y="143699"/>
                  <a:pt x="84281" y="146129"/>
                  <a:pt x="84663" y="148803"/>
                </a:cubicBezTo>
                <a:lnTo>
                  <a:pt x="89039" y="179397"/>
                </a:lnTo>
                <a:cubicBezTo>
                  <a:pt x="89907" y="185475"/>
                  <a:pt x="95533" y="189711"/>
                  <a:pt x="101610" y="188843"/>
                </a:cubicBezTo>
                <a:cubicBezTo>
                  <a:pt x="107687" y="187975"/>
                  <a:pt x="111924" y="182349"/>
                  <a:pt x="111056" y="176272"/>
                </a:cubicBezTo>
                <a:lnTo>
                  <a:pt x="106680" y="145678"/>
                </a:lnTo>
                <a:cubicBezTo>
                  <a:pt x="105534" y="137656"/>
                  <a:pt x="101506" y="130364"/>
                  <a:pt x="95359" y="125085"/>
                </a:cubicBezTo>
                <a:lnTo>
                  <a:pt x="83378" y="114806"/>
                </a:lnTo>
                <a:lnTo>
                  <a:pt x="83378" y="74801"/>
                </a:lnTo>
                <a:lnTo>
                  <a:pt x="84698" y="76433"/>
                </a:lnTo>
                <a:cubicBezTo>
                  <a:pt x="91018" y="84351"/>
                  <a:pt x="100603" y="88935"/>
                  <a:pt x="110743" y="88935"/>
                </a:cubicBezTo>
                <a:lnTo>
                  <a:pt x="122272" y="88935"/>
                </a:lnTo>
                <a:cubicBezTo>
                  <a:pt x="128419" y="88935"/>
                  <a:pt x="133385" y="83969"/>
                  <a:pt x="133385" y="77822"/>
                </a:cubicBezTo>
                <a:cubicBezTo>
                  <a:pt x="133385" y="71676"/>
                  <a:pt x="128419" y="66710"/>
                  <a:pt x="122272" y="66710"/>
                </a:cubicBezTo>
                <a:lnTo>
                  <a:pt x="110743" y="66710"/>
                </a:lnTo>
                <a:cubicBezTo>
                  <a:pt x="107375" y="66710"/>
                  <a:pt x="104180" y="65182"/>
                  <a:pt x="102061" y="62543"/>
                </a:cubicBezTo>
                <a:lnTo>
                  <a:pt x="95845" y="54764"/>
                </a:lnTo>
                <a:cubicBezTo>
                  <a:pt x="87858" y="44763"/>
                  <a:pt x="75739" y="38928"/>
                  <a:pt x="62925" y="38928"/>
                </a:cubicBezTo>
                <a:cubicBezTo>
                  <a:pt x="51743" y="38928"/>
                  <a:pt x="41012" y="43373"/>
                  <a:pt x="33129" y="51291"/>
                </a:cubicBezTo>
                <a:lnTo>
                  <a:pt x="20871" y="63411"/>
                </a:lnTo>
                <a:cubicBezTo>
                  <a:pt x="14620" y="69661"/>
                  <a:pt x="11112" y="78135"/>
                  <a:pt x="11112" y="86990"/>
                </a:cubicBezTo>
                <a:lnTo>
                  <a:pt x="11112" y="100013"/>
                </a:lnTo>
                <a:cubicBezTo>
                  <a:pt x="11112" y="106159"/>
                  <a:pt x="16078" y="111125"/>
                  <a:pt x="22225" y="111125"/>
                </a:cubicBezTo>
                <a:cubicBezTo>
                  <a:pt x="28372" y="111125"/>
                  <a:pt x="33337" y="106159"/>
                  <a:pt x="33337" y="100013"/>
                </a:cubicBezTo>
                <a:lnTo>
                  <a:pt x="33337" y="86990"/>
                </a:lnTo>
                <a:cubicBezTo>
                  <a:pt x="33337" y="84038"/>
                  <a:pt x="34518" y="81225"/>
                  <a:pt x="36602" y="79142"/>
                </a:cubicBezTo>
                <a:close/>
                <a:moveTo>
                  <a:pt x="40908" y="141441"/>
                </a:moveTo>
                <a:cubicBezTo>
                  <a:pt x="40387" y="143247"/>
                  <a:pt x="39415" y="144914"/>
                  <a:pt x="38095" y="146234"/>
                </a:cubicBezTo>
                <a:lnTo>
                  <a:pt x="14377" y="169952"/>
                </a:lnTo>
                <a:cubicBezTo>
                  <a:pt x="10036" y="174293"/>
                  <a:pt x="10036" y="181342"/>
                  <a:pt x="14377" y="185683"/>
                </a:cubicBezTo>
                <a:cubicBezTo>
                  <a:pt x="18718" y="190024"/>
                  <a:pt x="25767" y="190024"/>
                  <a:pt x="30108" y="185683"/>
                </a:cubicBezTo>
                <a:lnTo>
                  <a:pt x="53826" y="161965"/>
                </a:lnTo>
                <a:cubicBezTo>
                  <a:pt x="57820" y="157971"/>
                  <a:pt x="60737" y="153005"/>
                  <a:pt x="62299" y="147553"/>
                </a:cubicBezTo>
                <a:lnTo>
                  <a:pt x="63063" y="144914"/>
                </a:lnTo>
                <a:lnTo>
                  <a:pt x="47089" y="131232"/>
                </a:lnTo>
                <a:cubicBezTo>
                  <a:pt x="46221" y="130468"/>
                  <a:pt x="45353" y="129704"/>
                  <a:pt x="44519" y="128870"/>
                </a:cubicBezTo>
                <a:lnTo>
                  <a:pt x="40908" y="141441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365" y="7620000"/>
            <a:ext cx="297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pedestrian support with clear messages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68800" y="5130800"/>
            <a:ext cx="3606800" cy="3200400"/>
          </a:xfrm>
          <a:custGeom>
            <a:avLst/>
            <a:gdLst/>
            <a:ahLst/>
            <a:cxnLst/>
            <a:rect l="l" t="t" r="r" b="b"/>
            <a:pathLst>
              <a:path w="3606800" h="3200400">
                <a:moveTo>
                  <a:pt x="50800" y="0"/>
                </a:moveTo>
                <a:lnTo>
                  <a:pt x="3505187" y="0"/>
                </a:lnTo>
                <a:cubicBezTo>
                  <a:pt x="3561306" y="0"/>
                  <a:pt x="3606800" y="45494"/>
                  <a:pt x="3606800" y="101613"/>
                </a:cubicBezTo>
                <a:lnTo>
                  <a:pt x="3606800" y="3098787"/>
                </a:lnTo>
                <a:cubicBezTo>
                  <a:pt x="3606800" y="3154906"/>
                  <a:pt x="3561306" y="3200400"/>
                  <a:pt x="350518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68800" y="5130800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6" name="Text 34"/>
          <p:cNvSpPr/>
          <p:nvPr/>
        </p:nvSpPr>
        <p:spPr>
          <a:xfrm>
            <a:off x="4597400" y="53340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Capacity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97400" y="5791200"/>
            <a:ext cx="3175000" cy="863600"/>
          </a:xfrm>
          <a:custGeom>
            <a:avLst/>
            <a:gdLst/>
            <a:ahLst/>
            <a:cxnLst/>
            <a:rect l="l" t="t" r="r" b="b"/>
            <a:pathLst>
              <a:path w="3175000" h="863600">
                <a:moveTo>
                  <a:pt x="50797" y="0"/>
                </a:moveTo>
                <a:lnTo>
                  <a:pt x="3124203" y="0"/>
                </a:lnTo>
                <a:cubicBezTo>
                  <a:pt x="3152257" y="0"/>
                  <a:pt x="3175000" y="22743"/>
                  <a:pt x="3175000" y="50797"/>
                </a:cubicBezTo>
                <a:lnTo>
                  <a:pt x="3175000" y="812803"/>
                </a:lnTo>
                <a:cubicBezTo>
                  <a:pt x="3175000" y="840857"/>
                  <a:pt x="3152257" y="863600"/>
                  <a:pt x="31242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622800" y="58928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54550" y="6299200"/>
            <a:ext cx="306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Cars / Cycle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97400" y="6756400"/>
            <a:ext cx="3175000" cy="863600"/>
          </a:xfrm>
          <a:custGeom>
            <a:avLst/>
            <a:gdLst/>
            <a:ahLst/>
            <a:cxnLst/>
            <a:rect l="l" t="t" r="r" b="b"/>
            <a:pathLst>
              <a:path w="3175000" h="863600">
                <a:moveTo>
                  <a:pt x="50797" y="0"/>
                </a:moveTo>
                <a:lnTo>
                  <a:pt x="3124203" y="0"/>
                </a:lnTo>
                <a:cubicBezTo>
                  <a:pt x="3152257" y="0"/>
                  <a:pt x="3175000" y="22743"/>
                  <a:pt x="3175000" y="50797"/>
                </a:cubicBezTo>
                <a:lnTo>
                  <a:pt x="3175000" y="812803"/>
                </a:lnTo>
                <a:cubicBezTo>
                  <a:pt x="3175000" y="840857"/>
                  <a:pt x="3152257" y="863600"/>
                  <a:pt x="31242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622800" y="68580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54550" y="7264400"/>
            <a:ext cx="306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Cars / Cycle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80400" y="558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4" name="Shape 42"/>
          <p:cNvSpPr/>
          <p:nvPr/>
        </p:nvSpPr>
        <p:spPr>
          <a:xfrm>
            <a:off x="8483600" y="76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0" y="5080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02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44000" y="812800"/>
            <a:ext cx="378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Mode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80400" y="1574800"/>
            <a:ext cx="7467600" cy="1524000"/>
          </a:xfrm>
          <a:custGeom>
            <a:avLst/>
            <a:gdLst/>
            <a:ahLst/>
            <a:cxnLst/>
            <a:rect l="l" t="t" r="r" b="b"/>
            <a:pathLst>
              <a:path w="7467600" h="1524000">
                <a:moveTo>
                  <a:pt x="101605" y="0"/>
                </a:moveTo>
                <a:lnTo>
                  <a:pt x="7365995" y="0"/>
                </a:lnTo>
                <a:cubicBezTo>
                  <a:pt x="7422110" y="0"/>
                  <a:pt x="7467600" y="45490"/>
                  <a:pt x="7467600" y="101605"/>
                </a:cubicBezTo>
                <a:lnTo>
                  <a:pt x="7467600" y="1422395"/>
                </a:lnTo>
                <a:cubicBezTo>
                  <a:pt x="7467600" y="1478510"/>
                  <a:pt x="7422110" y="1524000"/>
                  <a:pt x="73659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D67B5E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515350" y="184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775700" y="1778000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83600" y="22352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immediate response for emergency vehicles, ensuring rapid clearance of intersection traffic.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80400" y="3302000"/>
            <a:ext cx="7467600" cy="3860800"/>
          </a:xfrm>
          <a:custGeom>
            <a:avLst/>
            <a:gdLst/>
            <a:ahLst/>
            <a:cxnLst/>
            <a:rect l="l" t="t" r="r" b="b"/>
            <a:pathLst>
              <a:path w="7467600" h="3860800">
                <a:moveTo>
                  <a:pt x="101616" y="0"/>
                </a:moveTo>
                <a:lnTo>
                  <a:pt x="7365984" y="0"/>
                </a:lnTo>
                <a:cubicBezTo>
                  <a:pt x="7422105" y="0"/>
                  <a:pt x="7467600" y="45495"/>
                  <a:pt x="7467600" y="101616"/>
                </a:cubicBezTo>
                <a:lnTo>
                  <a:pt x="7467600" y="3759184"/>
                </a:lnTo>
                <a:cubicBezTo>
                  <a:pt x="7467600" y="3815305"/>
                  <a:pt x="7422105" y="3860800"/>
                  <a:pt x="7365984" y="3860800"/>
                </a:cubicBezTo>
                <a:lnTo>
                  <a:pt x="101616" y="3860800"/>
                </a:lnTo>
                <a:cubicBezTo>
                  <a:pt x="45495" y="3860800"/>
                  <a:pt x="0" y="3815305"/>
                  <a:pt x="0" y="3759184"/>
                </a:cubicBezTo>
                <a:lnTo>
                  <a:pt x="0" y="101616"/>
                </a:lnTo>
                <a:cubicBezTo>
                  <a:pt x="0" y="45533"/>
                  <a:pt x="45533" y="0"/>
                  <a:pt x="1016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483600" y="35052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Activation Behavior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09000" y="4013200"/>
            <a:ext cx="7035800" cy="914400"/>
          </a:xfrm>
          <a:custGeom>
            <a:avLst/>
            <a:gdLst/>
            <a:ahLst/>
            <a:cxnLst/>
            <a:rect l="l" t="t" r="r" b="b"/>
            <a:pathLst>
              <a:path w="7035800" h="914400">
                <a:moveTo>
                  <a:pt x="50800" y="0"/>
                </a:moveTo>
                <a:lnTo>
                  <a:pt x="6934201" y="0"/>
                </a:lnTo>
                <a:cubicBezTo>
                  <a:pt x="6990313" y="0"/>
                  <a:pt x="7035800" y="45487"/>
                  <a:pt x="7035800" y="101599"/>
                </a:cubicBezTo>
                <a:lnTo>
                  <a:pt x="7035800" y="812801"/>
                </a:lnTo>
                <a:cubicBezTo>
                  <a:pt x="7035800" y="868913"/>
                  <a:pt x="6990313" y="914400"/>
                  <a:pt x="69342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54" name="Shape 52"/>
          <p:cNvSpPr/>
          <p:nvPr/>
        </p:nvSpPr>
        <p:spPr>
          <a:xfrm>
            <a:off x="8509000" y="40132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5" name="Shape 53"/>
          <p:cNvSpPr/>
          <p:nvPr/>
        </p:nvSpPr>
        <p:spPr>
          <a:xfrm>
            <a:off x="8718550" y="4203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56" name="Text 54"/>
          <p:cNvSpPr/>
          <p:nvPr/>
        </p:nvSpPr>
        <p:spPr>
          <a:xfrm>
            <a:off x="9124950" y="41656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Flashing Lights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86800" y="45212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lights flash yellow at 0.5s intervals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509000" y="5029200"/>
            <a:ext cx="7035800" cy="914400"/>
          </a:xfrm>
          <a:custGeom>
            <a:avLst/>
            <a:gdLst/>
            <a:ahLst/>
            <a:cxnLst/>
            <a:rect l="l" t="t" r="r" b="b"/>
            <a:pathLst>
              <a:path w="7035800" h="914400">
                <a:moveTo>
                  <a:pt x="50800" y="0"/>
                </a:moveTo>
                <a:lnTo>
                  <a:pt x="6934201" y="0"/>
                </a:lnTo>
                <a:cubicBezTo>
                  <a:pt x="6990313" y="0"/>
                  <a:pt x="7035800" y="45487"/>
                  <a:pt x="7035800" y="101599"/>
                </a:cubicBezTo>
                <a:lnTo>
                  <a:pt x="7035800" y="812801"/>
                </a:lnTo>
                <a:cubicBezTo>
                  <a:pt x="7035800" y="868913"/>
                  <a:pt x="6990313" y="914400"/>
                  <a:pt x="69342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59" name="Shape 57"/>
          <p:cNvSpPr/>
          <p:nvPr/>
        </p:nvSpPr>
        <p:spPr>
          <a:xfrm>
            <a:off x="8509000" y="50292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0" name="Shape 58"/>
          <p:cNvSpPr/>
          <p:nvPr/>
        </p:nvSpPr>
        <p:spPr>
          <a:xfrm>
            <a:off x="8689975" y="5219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61" name="Text 59"/>
          <p:cNvSpPr/>
          <p:nvPr/>
        </p:nvSpPr>
        <p:spPr>
          <a:xfrm>
            <a:off x="9124950" y="51816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Alert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86800" y="55372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beeping for attention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09000" y="6045200"/>
            <a:ext cx="7035800" cy="914400"/>
          </a:xfrm>
          <a:custGeom>
            <a:avLst/>
            <a:gdLst/>
            <a:ahLst/>
            <a:cxnLst/>
            <a:rect l="l" t="t" r="r" b="b"/>
            <a:pathLst>
              <a:path w="7035800" h="914400">
                <a:moveTo>
                  <a:pt x="50800" y="0"/>
                </a:moveTo>
                <a:lnTo>
                  <a:pt x="6934201" y="0"/>
                </a:lnTo>
                <a:cubicBezTo>
                  <a:pt x="6990313" y="0"/>
                  <a:pt x="7035800" y="45487"/>
                  <a:pt x="7035800" y="101599"/>
                </a:cubicBezTo>
                <a:lnTo>
                  <a:pt x="7035800" y="812801"/>
                </a:lnTo>
                <a:cubicBezTo>
                  <a:pt x="7035800" y="868913"/>
                  <a:pt x="6990313" y="914400"/>
                  <a:pt x="6934201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DD4"/>
          </a:solidFill>
          <a:ln/>
        </p:spPr>
      </p:sp>
      <p:sp>
        <p:nvSpPr>
          <p:cNvPr id="64" name="Shape 62"/>
          <p:cNvSpPr/>
          <p:nvPr/>
        </p:nvSpPr>
        <p:spPr>
          <a:xfrm>
            <a:off x="8509000" y="60452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65" name="Shape 63"/>
          <p:cNvSpPr/>
          <p:nvPr/>
        </p:nvSpPr>
        <p:spPr>
          <a:xfrm>
            <a:off x="8718550" y="623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85725" y="71438"/>
                </a:moveTo>
                <a:lnTo>
                  <a:pt x="142875" y="71438"/>
                </a:lnTo>
                <a:cubicBezTo>
                  <a:pt x="150778" y="71438"/>
                  <a:pt x="157163" y="77822"/>
                  <a:pt x="157163" y="85725"/>
                </a:cubicBezTo>
                <a:lnTo>
                  <a:pt x="157163" y="142875"/>
                </a:lnTo>
                <a:cubicBezTo>
                  <a:pt x="157163" y="150778"/>
                  <a:pt x="150778" y="157163"/>
                  <a:pt x="142875" y="157163"/>
                </a:cubicBezTo>
                <a:lnTo>
                  <a:pt x="85725" y="157163"/>
                </a:lnTo>
                <a:cubicBezTo>
                  <a:pt x="77822" y="157163"/>
                  <a:pt x="71438" y="150778"/>
                  <a:pt x="71438" y="142875"/>
                </a:cubicBezTo>
                <a:lnTo>
                  <a:pt x="71438" y="85725"/>
                </a:lnTo>
                <a:cubicBezTo>
                  <a:pt x="71438" y="77822"/>
                  <a:pt x="77822" y="71438"/>
                  <a:pt x="85725" y="71438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66" name="Text 64"/>
          <p:cNvSpPr/>
          <p:nvPr/>
        </p:nvSpPr>
        <p:spPr>
          <a:xfrm>
            <a:off x="9124950" y="619760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Protocol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686800" y="6553200"/>
            <a:ext cx="679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vehicles must stop immediately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05800" y="7366000"/>
            <a:ext cx="3606800" cy="1587500"/>
          </a:xfrm>
          <a:custGeom>
            <a:avLst/>
            <a:gdLst/>
            <a:ahLst/>
            <a:cxnLst/>
            <a:rect l="l" t="t" r="r" b="b"/>
            <a:pathLst>
              <a:path w="3606800" h="1587500">
                <a:moveTo>
                  <a:pt x="50800" y="0"/>
                </a:moveTo>
                <a:lnTo>
                  <a:pt x="3505200" y="0"/>
                </a:lnTo>
                <a:cubicBezTo>
                  <a:pt x="3561275" y="0"/>
                  <a:pt x="3606800" y="45525"/>
                  <a:pt x="3606800" y="101600"/>
                </a:cubicBezTo>
                <a:lnTo>
                  <a:pt x="3606800" y="1485900"/>
                </a:lnTo>
                <a:cubicBezTo>
                  <a:pt x="3606800" y="1541975"/>
                  <a:pt x="3561275" y="1587500"/>
                  <a:pt x="3505200" y="1587500"/>
                </a:cubicBezTo>
                <a:lnTo>
                  <a:pt x="50800" y="1587500"/>
                </a:lnTo>
                <a:cubicBezTo>
                  <a:pt x="22763" y="1587500"/>
                  <a:pt x="0" y="1564737"/>
                  <a:pt x="0" y="153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305800" y="7366000"/>
            <a:ext cx="50800" cy="1587500"/>
          </a:xfrm>
          <a:custGeom>
            <a:avLst/>
            <a:gdLst/>
            <a:ahLst/>
            <a:cxnLst/>
            <a:rect l="l" t="t" r="r" b="b"/>
            <a:pathLst>
              <a:path w="50800" h="1587500">
                <a:moveTo>
                  <a:pt x="50800" y="0"/>
                </a:moveTo>
                <a:lnTo>
                  <a:pt x="50800" y="0"/>
                </a:lnTo>
                <a:lnTo>
                  <a:pt x="50800" y="1587500"/>
                </a:lnTo>
                <a:lnTo>
                  <a:pt x="50800" y="1587500"/>
                </a:lnTo>
                <a:cubicBezTo>
                  <a:pt x="22763" y="1587500"/>
                  <a:pt x="0" y="1564737"/>
                  <a:pt x="0" y="153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0" name="Text 68"/>
          <p:cNvSpPr/>
          <p:nvPr/>
        </p:nvSpPr>
        <p:spPr>
          <a:xfrm>
            <a:off x="8534400" y="75692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Message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534400" y="7975600"/>
            <a:ext cx="3175000" cy="711200"/>
          </a:xfrm>
          <a:custGeom>
            <a:avLst/>
            <a:gdLst/>
            <a:ahLst/>
            <a:cxnLst/>
            <a:rect l="l" t="t" r="r" b="b"/>
            <a:pathLst>
              <a:path w="3175000" h="711200">
                <a:moveTo>
                  <a:pt x="50801" y="0"/>
                </a:moveTo>
                <a:lnTo>
                  <a:pt x="3124199" y="0"/>
                </a:lnTo>
                <a:cubicBezTo>
                  <a:pt x="3152256" y="0"/>
                  <a:pt x="3175000" y="22744"/>
                  <a:pt x="3175000" y="50801"/>
                </a:cubicBezTo>
                <a:lnTo>
                  <a:pt x="3175000" y="660399"/>
                </a:lnTo>
                <a:cubicBezTo>
                  <a:pt x="3175000" y="688456"/>
                  <a:pt x="3152256" y="711200"/>
                  <a:pt x="31241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2" name="Text 70"/>
          <p:cNvSpPr/>
          <p:nvPr/>
        </p:nvSpPr>
        <p:spPr>
          <a:xfrm>
            <a:off x="8591550" y="8077200"/>
            <a:ext cx="3060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!!! EMERGENCY MODE ACTIVE - ALL TRAFFIC STOP !!!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2141200" y="7366000"/>
            <a:ext cx="3606800" cy="1587500"/>
          </a:xfrm>
          <a:custGeom>
            <a:avLst/>
            <a:gdLst/>
            <a:ahLst/>
            <a:cxnLst/>
            <a:rect l="l" t="t" r="r" b="b"/>
            <a:pathLst>
              <a:path w="3606800" h="1587500">
                <a:moveTo>
                  <a:pt x="50800" y="0"/>
                </a:moveTo>
                <a:lnTo>
                  <a:pt x="3505200" y="0"/>
                </a:lnTo>
                <a:cubicBezTo>
                  <a:pt x="3561275" y="0"/>
                  <a:pt x="3606800" y="45525"/>
                  <a:pt x="3606800" y="101600"/>
                </a:cubicBezTo>
                <a:lnTo>
                  <a:pt x="3606800" y="1485900"/>
                </a:lnTo>
                <a:cubicBezTo>
                  <a:pt x="3606800" y="1541975"/>
                  <a:pt x="3561275" y="1587500"/>
                  <a:pt x="3505200" y="1587500"/>
                </a:cubicBezTo>
                <a:lnTo>
                  <a:pt x="50800" y="1587500"/>
                </a:lnTo>
                <a:cubicBezTo>
                  <a:pt x="22763" y="1587500"/>
                  <a:pt x="0" y="1564737"/>
                  <a:pt x="0" y="153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12141200" y="7366000"/>
            <a:ext cx="50800" cy="1587500"/>
          </a:xfrm>
          <a:custGeom>
            <a:avLst/>
            <a:gdLst/>
            <a:ahLst/>
            <a:cxnLst/>
            <a:rect l="l" t="t" r="r" b="b"/>
            <a:pathLst>
              <a:path w="50800" h="1587500">
                <a:moveTo>
                  <a:pt x="50800" y="0"/>
                </a:moveTo>
                <a:lnTo>
                  <a:pt x="50800" y="0"/>
                </a:lnTo>
                <a:lnTo>
                  <a:pt x="50800" y="1587500"/>
                </a:lnTo>
                <a:lnTo>
                  <a:pt x="50800" y="1587500"/>
                </a:lnTo>
                <a:cubicBezTo>
                  <a:pt x="22763" y="1587500"/>
                  <a:pt x="0" y="1564737"/>
                  <a:pt x="0" y="1536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5" name="Text 73"/>
          <p:cNvSpPr/>
          <p:nvPr/>
        </p:nvSpPr>
        <p:spPr>
          <a:xfrm>
            <a:off x="12369800" y="75692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Command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2369800" y="7975600"/>
            <a:ext cx="3175000" cy="774700"/>
          </a:xfrm>
          <a:custGeom>
            <a:avLst/>
            <a:gdLst/>
            <a:ahLst/>
            <a:cxnLst/>
            <a:rect l="l" t="t" r="r" b="b"/>
            <a:pathLst>
              <a:path w="3175000" h="774700">
                <a:moveTo>
                  <a:pt x="50797" y="0"/>
                </a:moveTo>
                <a:lnTo>
                  <a:pt x="3124203" y="0"/>
                </a:lnTo>
                <a:cubicBezTo>
                  <a:pt x="3152257" y="0"/>
                  <a:pt x="3175000" y="22743"/>
                  <a:pt x="3175000" y="50797"/>
                </a:cubicBezTo>
                <a:lnTo>
                  <a:pt x="3175000" y="723903"/>
                </a:lnTo>
                <a:cubicBezTo>
                  <a:pt x="3175000" y="751957"/>
                  <a:pt x="3152257" y="774700"/>
                  <a:pt x="3124203" y="774700"/>
                </a:cubicBezTo>
                <a:lnTo>
                  <a:pt x="50797" y="774700"/>
                </a:lnTo>
                <a:cubicBezTo>
                  <a:pt x="22743" y="774700"/>
                  <a:pt x="0" y="751957"/>
                  <a:pt x="0" y="723903"/>
                </a:cubicBezTo>
                <a:lnTo>
                  <a:pt x="0" y="50797"/>
                </a:lnTo>
                <a:cubicBezTo>
                  <a:pt x="0" y="22743"/>
                  <a:pt x="22743" y="0"/>
                  <a:pt x="5079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13748941" y="8060265"/>
            <a:ext cx="416586" cy="338667"/>
          </a:xfrm>
          <a:custGeom>
            <a:avLst/>
            <a:gdLst/>
            <a:ahLst/>
            <a:cxnLst/>
            <a:rect l="l" t="t" r="r" b="b"/>
            <a:pathLst>
              <a:path w="416586" h="338667">
                <a:moveTo>
                  <a:pt x="50800" y="0"/>
                </a:moveTo>
                <a:lnTo>
                  <a:pt x="365786" y="0"/>
                </a:lnTo>
                <a:cubicBezTo>
                  <a:pt x="393843" y="0"/>
                  <a:pt x="416586" y="22744"/>
                  <a:pt x="416586" y="50800"/>
                </a:cubicBezTo>
                <a:lnTo>
                  <a:pt x="416586" y="287867"/>
                </a:lnTo>
                <a:cubicBezTo>
                  <a:pt x="416586" y="315923"/>
                  <a:pt x="393843" y="338667"/>
                  <a:pt x="365786" y="338667"/>
                </a:cubicBezTo>
                <a:lnTo>
                  <a:pt x="50800" y="338667"/>
                </a:lnTo>
                <a:cubicBezTo>
                  <a:pt x="22744" y="338667"/>
                  <a:pt x="0" y="315923"/>
                  <a:pt x="0" y="287867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8" name="Text 76"/>
          <p:cNvSpPr/>
          <p:nvPr/>
        </p:nvSpPr>
        <p:spPr>
          <a:xfrm>
            <a:off x="13698141" y="8060265"/>
            <a:ext cx="518186" cy="338667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433300" y="8441265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to previous mode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Rush Hour Mode &amp; Night Mode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80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81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778000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2032000"/>
            <a:ext cx="238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Rush Hour Mode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2641600"/>
            <a:ext cx="7467600" cy="3022600"/>
          </a:xfrm>
          <a:custGeom>
            <a:avLst/>
            <a:gdLst/>
            <a:ahLst/>
            <a:cxnLst/>
            <a:rect l="l" t="t" r="r" b="b"/>
            <a:pathLst>
              <a:path w="7467600" h="3022600">
                <a:moveTo>
                  <a:pt x="101590" y="0"/>
                </a:moveTo>
                <a:lnTo>
                  <a:pt x="7366010" y="0"/>
                </a:lnTo>
                <a:cubicBezTo>
                  <a:pt x="7422117" y="0"/>
                  <a:pt x="7467600" y="45483"/>
                  <a:pt x="7467600" y="101590"/>
                </a:cubicBezTo>
                <a:lnTo>
                  <a:pt x="7467600" y="2921010"/>
                </a:lnTo>
                <a:cubicBezTo>
                  <a:pt x="7467600" y="2977117"/>
                  <a:pt x="7422117" y="3022600"/>
                  <a:pt x="7366010" y="3022600"/>
                </a:cubicBezTo>
                <a:lnTo>
                  <a:pt x="101590" y="3022600"/>
                </a:lnTo>
                <a:cubicBezTo>
                  <a:pt x="45483" y="3022600"/>
                  <a:pt x="0" y="2977117"/>
                  <a:pt x="0" y="29210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0400" y="279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 Configuration Comparison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3200400"/>
          <a:ext cx="7162800" cy="2311400"/>
        </p:xfrm>
        <a:graphic>
          <a:graphicData uri="http://schemas.openxmlformats.org/drawingml/2006/table">
            <a:tbl>
              <a:tblPr/>
              <a:tblGrid>
                <a:gridCol w="25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Phase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Normal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Rush Hour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67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NS Green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8s (+60%)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7B5E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EW Green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3s (-40%)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Yellow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 Red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33400" y="5816600"/>
            <a:ext cx="3632200" cy="1168400"/>
          </a:xfrm>
          <a:custGeom>
            <a:avLst/>
            <a:gdLst/>
            <a:ahLst/>
            <a:cxnLst/>
            <a:rect l="l" t="t" r="r" b="b"/>
            <a:pathLst>
              <a:path w="3632200" h="1168400">
                <a:moveTo>
                  <a:pt x="50800" y="0"/>
                </a:moveTo>
                <a:lnTo>
                  <a:pt x="3530596" y="0"/>
                </a:lnTo>
                <a:cubicBezTo>
                  <a:pt x="3586710" y="0"/>
                  <a:pt x="3632200" y="45490"/>
                  <a:pt x="3632200" y="101604"/>
                </a:cubicBezTo>
                <a:lnTo>
                  <a:pt x="3632200" y="1066796"/>
                </a:lnTo>
                <a:cubicBezTo>
                  <a:pt x="3632200" y="1122910"/>
                  <a:pt x="3586710" y="1168400"/>
                  <a:pt x="35305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2" name="Shape 9"/>
          <p:cNvSpPr/>
          <p:nvPr/>
        </p:nvSpPr>
        <p:spPr>
          <a:xfrm>
            <a:off x="533400" y="58166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3" name="Text 10"/>
          <p:cNvSpPr/>
          <p:nvPr/>
        </p:nvSpPr>
        <p:spPr>
          <a:xfrm>
            <a:off x="711200" y="5969000"/>
            <a:ext cx="345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1200" y="63754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 Cars / Cycle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1200" y="6629400"/>
            <a:ext cx="337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10 normal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43400" y="5816600"/>
            <a:ext cx="3632200" cy="1168400"/>
          </a:xfrm>
          <a:custGeom>
            <a:avLst/>
            <a:gdLst/>
            <a:ahLst/>
            <a:cxnLst/>
            <a:rect l="l" t="t" r="r" b="b"/>
            <a:pathLst>
              <a:path w="3632200" h="1168400">
                <a:moveTo>
                  <a:pt x="50800" y="0"/>
                </a:moveTo>
                <a:lnTo>
                  <a:pt x="3530596" y="0"/>
                </a:lnTo>
                <a:cubicBezTo>
                  <a:pt x="3586710" y="0"/>
                  <a:pt x="3632200" y="45490"/>
                  <a:pt x="3632200" y="101604"/>
                </a:cubicBezTo>
                <a:lnTo>
                  <a:pt x="3632200" y="1066796"/>
                </a:lnTo>
                <a:cubicBezTo>
                  <a:pt x="3632200" y="1122910"/>
                  <a:pt x="3586710" y="1168400"/>
                  <a:pt x="35305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58166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Text 15"/>
          <p:cNvSpPr/>
          <p:nvPr/>
        </p:nvSpPr>
        <p:spPr>
          <a:xfrm>
            <a:off x="4521200" y="5969000"/>
            <a:ext cx="345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1200" y="63754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EW Cars / Cycle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21200" y="6629400"/>
            <a:ext cx="337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10 normal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33400" y="7137400"/>
            <a:ext cx="7442200" cy="1270000"/>
          </a:xfrm>
          <a:custGeom>
            <a:avLst/>
            <a:gdLst/>
            <a:ahLst/>
            <a:cxnLst/>
            <a:rect l="l" t="t" r="r" b="b"/>
            <a:pathLst>
              <a:path w="7442200" h="12700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168400"/>
                </a:lnTo>
                <a:cubicBezTo>
                  <a:pt x="7442200" y="1224475"/>
                  <a:pt x="7396675" y="1270000"/>
                  <a:pt x="7340600" y="1270000"/>
                </a:cubicBez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33400" y="71374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5080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3" name="Text 20"/>
          <p:cNvSpPr/>
          <p:nvPr/>
        </p:nvSpPr>
        <p:spPr>
          <a:xfrm>
            <a:off x="711200" y="7289800"/>
            <a:ext cx="721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7713" y="7721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5" name="Text 22"/>
          <p:cNvSpPr/>
          <p:nvPr/>
        </p:nvSpPr>
        <p:spPr>
          <a:xfrm>
            <a:off x="1035050" y="76962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for peak traffic on main roads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47713" y="8026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7" name="Text 24"/>
          <p:cNvSpPr/>
          <p:nvPr/>
        </p:nvSpPr>
        <p:spPr>
          <a:xfrm>
            <a:off x="1035050" y="8001000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traffic throughput efficiency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80400" y="180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29" name="Shape 26"/>
          <p:cNvSpPr/>
          <p:nvPr/>
        </p:nvSpPr>
        <p:spPr>
          <a:xfrm>
            <a:off x="8458200" y="1981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56852" y="0"/>
                  <a:pt x="0" y="56852"/>
                  <a:pt x="0" y="127000"/>
                </a:cubicBezTo>
                <a:cubicBezTo>
                  <a:pt x="0" y="197148"/>
                  <a:pt x="56852" y="254000"/>
                  <a:pt x="127000" y="254000"/>
                </a:cubicBezTo>
                <a:cubicBezTo>
                  <a:pt x="161131" y="254000"/>
                  <a:pt x="192137" y="240506"/>
                  <a:pt x="214957" y="218579"/>
                </a:cubicBezTo>
                <a:cubicBezTo>
                  <a:pt x="218579" y="215106"/>
                  <a:pt x="219621" y="209699"/>
                  <a:pt x="217587" y="205135"/>
                </a:cubicBezTo>
                <a:cubicBezTo>
                  <a:pt x="215553" y="200571"/>
                  <a:pt x="210790" y="197743"/>
                  <a:pt x="205780" y="198140"/>
                </a:cubicBezTo>
                <a:cubicBezTo>
                  <a:pt x="203349" y="198338"/>
                  <a:pt x="200918" y="198438"/>
                  <a:pt x="198438" y="198438"/>
                </a:cubicBezTo>
                <a:cubicBezTo>
                  <a:pt x="148034" y="198438"/>
                  <a:pt x="107156" y="157559"/>
                  <a:pt x="107156" y="107156"/>
                </a:cubicBezTo>
                <a:cubicBezTo>
                  <a:pt x="107156" y="71388"/>
                  <a:pt x="127744" y="40382"/>
                  <a:pt x="157807" y="25400"/>
                </a:cubicBezTo>
                <a:cubicBezTo>
                  <a:pt x="162322" y="23168"/>
                  <a:pt x="164902" y="18306"/>
                  <a:pt x="164306" y="13295"/>
                </a:cubicBezTo>
                <a:cubicBezTo>
                  <a:pt x="163711" y="8285"/>
                  <a:pt x="160040" y="4217"/>
                  <a:pt x="155129" y="3125"/>
                </a:cubicBezTo>
                <a:cubicBezTo>
                  <a:pt x="146050" y="1091"/>
                  <a:pt x="136624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9042400" y="177800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04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042400" y="2032000"/>
            <a:ext cx="1739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Night Mode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280400" y="2641600"/>
            <a:ext cx="7467600" cy="1003300"/>
          </a:xfrm>
          <a:custGeom>
            <a:avLst/>
            <a:gdLst/>
            <a:ahLst/>
            <a:cxnLst/>
            <a:rect l="l" t="t" r="r" b="b"/>
            <a:pathLst>
              <a:path w="7467600" h="1003300">
                <a:moveTo>
                  <a:pt x="101604" y="0"/>
                </a:moveTo>
                <a:lnTo>
                  <a:pt x="7365996" y="0"/>
                </a:lnTo>
                <a:cubicBezTo>
                  <a:pt x="7422110" y="0"/>
                  <a:pt x="7467600" y="45490"/>
                  <a:pt x="7467600" y="101604"/>
                </a:cubicBezTo>
                <a:lnTo>
                  <a:pt x="7467600" y="901696"/>
                </a:lnTo>
                <a:cubicBezTo>
                  <a:pt x="7467600" y="957810"/>
                  <a:pt x="7422110" y="1003300"/>
                  <a:pt x="7365996" y="1003300"/>
                </a:cubicBezTo>
                <a:lnTo>
                  <a:pt x="101604" y="1003300"/>
                </a:lnTo>
                <a:cubicBezTo>
                  <a:pt x="45490" y="1003300"/>
                  <a:pt x="0" y="957810"/>
                  <a:pt x="0" y="9016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67B5E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432800" y="279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432800" y="3200400"/>
            <a:ext cx="7251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low-traffic periods to minimize delays and reduce unnecessary idling.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80400" y="3794125"/>
            <a:ext cx="7467600" cy="2336800"/>
          </a:xfrm>
          <a:custGeom>
            <a:avLst/>
            <a:gdLst/>
            <a:ahLst/>
            <a:cxnLst/>
            <a:rect l="l" t="t" r="r" b="b"/>
            <a:pathLst>
              <a:path w="7467600" h="2336800">
                <a:moveTo>
                  <a:pt x="101604" y="0"/>
                </a:moveTo>
                <a:lnTo>
                  <a:pt x="7365996" y="0"/>
                </a:lnTo>
                <a:cubicBezTo>
                  <a:pt x="7422110" y="0"/>
                  <a:pt x="7467600" y="45490"/>
                  <a:pt x="7467600" y="101604"/>
                </a:cubicBezTo>
                <a:lnTo>
                  <a:pt x="7467600" y="2235196"/>
                </a:lnTo>
                <a:cubicBezTo>
                  <a:pt x="7467600" y="2291310"/>
                  <a:pt x="7422110" y="2336800"/>
                  <a:pt x="73659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432800" y="3946525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Behavior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458200" y="4352925"/>
            <a:ext cx="7137400" cy="762000"/>
          </a:xfrm>
          <a:custGeom>
            <a:avLst/>
            <a:gdLst/>
            <a:ahLst/>
            <a:cxnLst/>
            <a:rect l="l" t="t" r="r" b="b"/>
            <a:pathLst>
              <a:path w="7137400" h="762000">
                <a:moveTo>
                  <a:pt x="50800" y="0"/>
                </a:moveTo>
                <a:lnTo>
                  <a:pt x="7035803" y="0"/>
                </a:lnTo>
                <a:cubicBezTo>
                  <a:pt x="7091913" y="0"/>
                  <a:pt x="7137400" y="45487"/>
                  <a:pt x="7137400" y="101597"/>
                </a:cubicBezTo>
                <a:lnTo>
                  <a:pt x="7137400" y="660403"/>
                </a:lnTo>
                <a:cubicBezTo>
                  <a:pt x="7137400" y="716513"/>
                  <a:pt x="7091913" y="762000"/>
                  <a:pt x="7035803" y="762000"/>
                </a:cubicBez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38" name="Shape 35"/>
          <p:cNvSpPr/>
          <p:nvPr/>
        </p:nvSpPr>
        <p:spPr>
          <a:xfrm>
            <a:off x="8458200" y="4352925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5080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9" name="Shape 36"/>
          <p:cNvSpPr/>
          <p:nvPr/>
        </p:nvSpPr>
        <p:spPr>
          <a:xfrm>
            <a:off x="8648700" y="4606925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0" name="Text 37"/>
          <p:cNvSpPr/>
          <p:nvPr/>
        </p:nvSpPr>
        <p:spPr>
          <a:xfrm>
            <a:off x="9055100" y="4454525"/>
            <a:ext cx="222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Blinking Yellow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055100" y="4759325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lights blink at 1s intervals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458200" y="5216525"/>
            <a:ext cx="7137400" cy="762000"/>
          </a:xfrm>
          <a:custGeom>
            <a:avLst/>
            <a:gdLst/>
            <a:ahLst/>
            <a:cxnLst/>
            <a:rect l="l" t="t" r="r" b="b"/>
            <a:pathLst>
              <a:path w="7137400" h="762000">
                <a:moveTo>
                  <a:pt x="50800" y="0"/>
                </a:moveTo>
                <a:lnTo>
                  <a:pt x="7035803" y="0"/>
                </a:lnTo>
                <a:cubicBezTo>
                  <a:pt x="7091913" y="0"/>
                  <a:pt x="7137400" y="45487"/>
                  <a:pt x="7137400" y="101597"/>
                </a:cubicBezTo>
                <a:lnTo>
                  <a:pt x="7137400" y="660403"/>
                </a:lnTo>
                <a:cubicBezTo>
                  <a:pt x="7137400" y="716513"/>
                  <a:pt x="7091913" y="762000"/>
                  <a:pt x="7035803" y="762000"/>
                </a:cubicBez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43" name="Shape 40"/>
          <p:cNvSpPr/>
          <p:nvPr/>
        </p:nvSpPr>
        <p:spPr>
          <a:xfrm>
            <a:off x="8458200" y="5216525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5080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8616950" y="54705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2875" y="15875"/>
                </a:moveTo>
                <a:cubicBezTo>
                  <a:pt x="142875" y="7094"/>
                  <a:pt x="135781" y="0"/>
                  <a:pt x="127000" y="0"/>
                </a:cubicBezTo>
                <a:cubicBezTo>
                  <a:pt x="118219" y="0"/>
                  <a:pt x="111125" y="7094"/>
                  <a:pt x="111125" y="15875"/>
                </a:cubicBezTo>
                <a:lnTo>
                  <a:pt x="111125" y="119063"/>
                </a:lnTo>
                <a:cubicBezTo>
                  <a:pt x="111125" y="123428"/>
                  <a:pt x="107553" y="127000"/>
                  <a:pt x="103188" y="127000"/>
                </a:cubicBezTo>
                <a:cubicBezTo>
                  <a:pt x="98822" y="127000"/>
                  <a:pt x="95250" y="123428"/>
                  <a:pt x="95250" y="119063"/>
                </a:cubicBezTo>
                <a:lnTo>
                  <a:pt x="95250" y="31750"/>
                </a:lnTo>
                <a:cubicBezTo>
                  <a:pt x="95250" y="22969"/>
                  <a:pt x="88156" y="15875"/>
                  <a:pt x="79375" y="15875"/>
                </a:cubicBezTo>
                <a:cubicBezTo>
                  <a:pt x="70594" y="15875"/>
                  <a:pt x="63500" y="22969"/>
                  <a:pt x="63500" y="31750"/>
                </a:cubicBezTo>
                <a:lnTo>
                  <a:pt x="63500" y="166688"/>
                </a:lnTo>
                <a:cubicBezTo>
                  <a:pt x="63500" y="167432"/>
                  <a:pt x="63500" y="168225"/>
                  <a:pt x="63550" y="168970"/>
                </a:cubicBezTo>
                <a:lnTo>
                  <a:pt x="33536" y="140395"/>
                </a:lnTo>
                <a:cubicBezTo>
                  <a:pt x="25598" y="132854"/>
                  <a:pt x="13047" y="133152"/>
                  <a:pt x="5457" y="141089"/>
                </a:cubicBezTo>
                <a:cubicBezTo>
                  <a:pt x="-2133" y="149027"/>
                  <a:pt x="-1786" y="161578"/>
                  <a:pt x="6152" y="169168"/>
                </a:cubicBezTo>
                <a:lnTo>
                  <a:pt x="61913" y="222250"/>
                </a:lnTo>
                <a:cubicBezTo>
                  <a:pt x="83294" y="242639"/>
                  <a:pt x="111720" y="254000"/>
                  <a:pt x="141288" y="254000"/>
                </a:cubicBezTo>
                <a:lnTo>
                  <a:pt x="150813" y="254000"/>
                </a:lnTo>
                <a:cubicBezTo>
                  <a:pt x="199033" y="254000"/>
                  <a:pt x="238125" y="214908"/>
                  <a:pt x="238125" y="166688"/>
                </a:cubicBezTo>
                <a:lnTo>
                  <a:pt x="238125" y="63500"/>
                </a:lnTo>
                <a:cubicBezTo>
                  <a:pt x="238125" y="54719"/>
                  <a:pt x="231031" y="47625"/>
                  <a:pt x="222250" y="47625"/>
                </a:cubicBezTo>
                <a:cubicBezTo>
                  <a:pt x="213469" y="47625"/>
                  <a:pt x="206375" y="54719"/>
                  <a:pt x="206375" y="63500"/>
                </a:cubicBezTo>
                <a:lnTo>
                  <a:pt x="206375" y="119063"/>
                </a:lnTo>
                <a:cubicBezTo>
                  <a:pt x="206375" y="123428"/>
                  <a:pt x="202803" y="127000"/>
                  <a:pt x="198438" y="127000"/>
                </a:cubicBezTo>
                <a:cubicBezTo>
                  <a:pt x="194072" y="127000"/>
                  <a:pt x="190500" y="123428"/>
                  <a:pt x="190500" y="119063"/>
                </a:cubicBezTo>
                <a:lnTo>
                  <a:pt x="190500" y="31750"/>
                </a:lnTo>
                <a:cubicBezTo>
                  <a:pt x="190500" y="22969"/>
                  <a:pt x="183406" y="15875"/>
                  <a:pt x="174625" y="15875"/>
                </a:cubicBezTo>
                <a:cubicBezTo>
                  <a:pt x="165844" y="15875"/>
                  <a:pt x="158750" y="22969"/>
                  <a:pt x="158750" y="31750"/>
                </a:cubicBezTo>
                <a:lnTo>
                  <a:pt x="158750" y="119063"/>
                </a:lnTo>
                <a:cubicBezTo>
                  <a:pt x="158750" y="123428"/>
                  <a:pt x="155178" y="127000"/>
                  <a:pt x="150813" y="127000"/>
                </a:cubicBezTo>
                <a:cubicBezTo>
                  <a:pt x="146447" y="127000"/>
                  <a:pt x="142875" y="123428"/>
                  <a:pt x="142875" y="119063"/>
                </a:cubicBezTo>
                <a:lnTo>
                  <a:pt x="142875" y="15875"/>
                </a:ln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45" name="Text 42"/>
          <p:cNvSpPr/>
          <p:nvPr/>
        </p:nvSpPr>
        <p:spPr>
          <a:xfrm>
            <a:off x="9055100" y="5318125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All-Way Stop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055100" y="5622925"/>
            <a:ext cx="224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Vehicles proceed when safe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80400" y="6283325"/>
            <a:ext cx="3657600" cy="1219200"/>
          </a:xfrm>
          <a:custGeom>
            <a:avLst/>
            <a:gdLst/>
            <a:ahLst/>
            <a:cxnLst/>
            <a:rect l="l" t="t" r="r" b="b"/>
            <a:pathLst>
              <a:path w="3657600" h="1219200">
                <a:moveTo>
                  <a:pt x="101596" y="0"/>
                </a:moveTo>
                <a:lnTo>
                  <a:pt x="3556004" y="0"/>
                </a:lnTo>
                <a:cubicBezTo>
                  <a:pt x="3612114" y="0"/>
                  <a:pt x="3657600" y="45486"/>
                  <a:pt x="3657600" y="101596"/>
                </a:cubicBezTo>
                <a:lnTo>
                  <a:pt x="3657600" y="1117604"/>
                </a:lnTo>
                <a:cubicBezTo>
                  <a:pt x="3657600" y="1173714"/>
                  <a:pt x="3612114" y="1219200"/>
                  <a:pt x="3556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8356600" y="6435725"/>
            <a:ext cx="350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0s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388350" y="6842125"/>
            <a:ext cx="344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Timer Display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394700" y="7146925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countdown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2090400" y="6283325"/>
            <a:ext cx="3657600" cy="1219200"/>
          </a:xfrm>
          <a:custGeom>
            <a:avLst/>
            <a:gdLst/>
            <a:ahLst/>
            <a:cxnLst/>
            <a:rect l="l" t="t" r="r" b="b"/>
            <a:pathLst>
              <a:path w="3657600" h="1219200">
                <a:moveTo>
                  <a:pt x="101596" y="0"/>
                </a:moveTo>
                <a:lnTo>
                  <a:pt x="3556004" y="0"/>
                </a:lnTo>
                <a:cubicBezTo>
                  <a:pt x="3612114" y="0"/>
                  <a:pt x="3657600" y="45486"/>
                  <a:pt x="3657600" y="101596"/>
                </a:cubicBezTo>
                <a:lnTo>
                  <a:pt x="3657600" y="1117604"/>
                </a:lnTo>
                <a:cubicBezTo>
                  <a:pt x="3657600" y="1173714"/>
                  <a:pt x="3612114" y="1219200"/>
                  <a:pt x="3556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12166600" y="6435725"/>
            <a:ext cx="350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2198350" y="6842125"/>
            <a:ext cx="344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Command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2204700" y="7146925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to day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526" y="435526"/>
            <a:ext cx="15472054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kern="0" spc="69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THE HOOD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5526" y="783946"/>
            <a:ext cx="15646264" cy="522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1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5526" y="1589669"/>
            <a:ext cx="7589037" cy="3375325"/>
          </a:xfrm>
          <a:custGeom>
            <a:avLst/>
            <a:gdLst/>
            <a:ahLst/>
            <a:cxnLst/>
            <a:rect l="l" t="t" r="r" b="b"/>
            <a:pathLst>
              <a:path w="7589037" h="3375325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3288208"/>
                </a:lnTo>
                <a:cubicBezTo>
                  <a:pt x="7589037" y="3336321"/>
                  <a:pt x="7550033" y="3375325"/>
                  <a:pt x="7501920" y="3375325"/>
                </a:cubicBezTo>
                <a:lnTo>
                  <a:pt x="87117" y="3375325"/>
                </a:lnTo>
                <a:cubicBezTo>
                  <a:pt x="39004" y="3375325"/>
                  <a:pt x="0" y="3336321"/>
                  <a:pt x="0" y="3288208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5329" dist="435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5526" y="1589669"/>
            <a:ext cx="7589037" cy="43553"/>
          </a:xfrm>
          <a:custGeom>
            <a:avLst/>
            <a:gdLst/>
            <a:ahLst/>
            <a:cxnLst/>
            <a:rect l="l" t="t" r="r" b="b"/>
            <a:pathLst>
              <a:path w="7589037" h="43553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3553"/>
                </a:lnTo>
                <a:lnTo>
                  <a:pt x="0" y="43553"/>
                </a:ln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6" name="Shape 4"/>
          <p:cNvSpPr/>
          <p:nvPr/>
        </p:nvSpPr>
        <p:spPr>
          <a:xfrm>
            <a:off x="636956" y="1829208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74856" y="10208"/>
                </a:moveTo>
                <a:cubicBezTo>
                  <a:pt x="74856" y="4551"/>
                  <a:pt x="70305" y="0"/>
                  <a:pt x="64648" y="0"/>
                </a:cubicBezTo>
                <a:cubicBezTo>
                  <a:pt x="58992" y="0"/>
                  <a:pt x="54441" y="4551"/>
                  <a:pt x="54441" y="10208"/>
                </a:cubicBezTo>
                <a:lnTo>
                  <a:pt x="54441" y="27220"/>
                </a:lnTo>
                <a:cubicBezTo>
                  <a:pt x="39427" y="27220"/>
                  <a:pt x="27220" y="39427"/>
                  <a:pt x="27220" y="54441"/>
                </a:cubicBezTo>
                <a:lnTo>
                  <a:pt x="10208" y="54441"/>
                </a:lnTo>
                <a:cubicBezTo>
                  <a:pt x="4551" y="54441"/>
                  <a:pt x="0" y="58992"/>
                  <a:pt x="0" y="64648"/>
                </a:cubicBezTo>
                <a:cubicBezTo>
                  <a:pt x="0" y="70305"/>
                  <a:pt x="4551" y="74856"/>
                  <a:pt x="10208" y="74856"/>
                </a:cubicBezTo>
                <a:lnTo>
                  <a:pt x="27220" y="74856"/>
                </a:lnTo>
                <a:lnTo>
                  <a:pt x="27220" y="98674"/>
                </a:lnTo>
                <a:lnTo>
                  <a:pt x="10208" y="98674"/>
                </a:lnTo>
                <a:cubicBezTo>
                  <a:pt x="4551" y="98674"/>
                  <a:pt x="0" y="103225"/>
                  <a:pt x="0" y="108881"/>
                </a:cubicBezTo>
                <a:cubicBezTo>
                  <a:pt x="0" y="114538"/>
                  <a:pt x="4551" y="119089"/>
                  <a:pt x="10208" y="119089"/>
                </a:cubicBezTo>
                <a:lnTo>
                  <a:pt x="27220" y="119089"/>
                </a:lnTo>
                <a:lnTo>
                  <a:pt x="27220" y="142907"/>
                </a:lnTo>
                <a:lnTo>
                  <a:pt x="10208" y="142907"/>
                </a:lnTo>
                <a:cubicBezTo>
                  <a:pt x="4551" y="142907"/>
                  <a:pt x="0" y="147458"/>
                  <a:pt x="0" y="153115"/>
                </a:cubicBezTo>
                <a:cubicBezTo>
                  <a:pt x="0" y="158771"/>
                  <a:pt x="4551" y="163322"/>
                  <a:pt x="10208" y="163322"/>
                </a:cubicBezTo>
                <a:lnTo>
                  <a:pt x="27220" y="163322"/>
                </a:lnTo>
                <a:cubicBezTo>
                  <a:pt x="27220" y="178336"/>
                  <a:pt x="39427" y="190543"/>
                  <a:pt x="54441" y="190543"/>
                </a:cubicBezTo>
                <a:lnTo>
                  <a:pt x="54441" y="207555"/>
                </a:lnTo>
                <a:cubicBezTo>
                  <a:pt x="54441" y="213212"/>
                  <a:pt x="58992" y="217763"/>
                  <a:pt x="64648" y="217763"/>
                </a:cubicBezTo>
                <a:cubicBezTo>
                  <a:pt x="70305" y="217763"/>
                  <a:pt x="74856" y="213212"/>
                  <a:pt x="74856" y="207555"/>
                </a:cubicBezTo>
                <a:lnTo>
                  <a:pt x="74856" y="190543"/>
                </a:lnTo>
                <a:lnTo>
                  <a:pt x="98674" y="190543"/>
                </a:lnTo>
                <a:lnTo>
                  <a:pt x="98674" y="207555"/>
                </a:lnTo>
                <a:cubicBezTo>
                  <a:pt x="98674" y="213212"/>
                  <a:pt x="103225" y="217763"/>
                  <a:pt x="108881" y="217763"/>
                </a:cubicBezTo>
                <a:cubicBezTo>
                  <a:pt x="114538" y="217763"/>
                  <a:pt x="119089" y="213212"/>
                  <a:pt x="119089" y="207555"/>
                </a:cubicBezTo>
                <a:lnTo>
                  <a:pt x="119089" y="190543"/>
                </a:lnTo>
                <a:lnTo>
                  <a:pt x="142907" y="190543"/>
                </a:lnTo>
                <a:lnTo>
                  <a:pt x="142907" y="207555"/>
                </a:lnTo>
                <a:cubicBezTo>
                  <a:pt x="142907" y="213212"/>
                  <a:pt x="147458" y="217763"/>
                  <a:pt x="153115" y="217763"/>
                </a:cubicBezTo>
                <a:cubicBezTo>
                  <a:pt x="158771" y="217763"/>
                  <a:pt x="163322" y="213212"/>
                  <a:pt x="163322" y="207555"/>
                </a:cubicBezTo>
                <a:lnTo>
                  <a:pt x="163322" y="190543"/>
                </a:lnTo>
                <a:cubicBezTo>
                  <a:pt x="178336" y="190543"/>
                  <a:pt x="190543" y="178336"/>
                  <a:pt x="190543" y="163322"/>
                </a:cubicBezTo>
                <a:lnTo>
                  <a:pt x="207555" y="163322"/>
                </a:lnTo>
                <a:cubicBezTo>
                  <a:pt x="213212" y="163322"/>
                  <a:pt x="217763" y="158771"/>
                  <a:pt x="217763" y="153115"/>
                </a:cubicBezTo>
                <a:cubicBezTo>
                  <a:pt x="217763" y="147458"/>
                  <a:pt x="213212" y="142907"/>
                  <a:pt x="207555" y="142907"/>
                </a:cubicBezTo>
                <a:lnTo>
                  <a:pt x="190543" y="142907"/>
                </a:lnTo>
                <a:lnTo>
                  <a:pt x="190543" y="119089"/>
                </a:lnTo>
                <a:lnTo>
                  <a:pt x="207555" y="119089"/>
                </a:lnTo>
                <a:cubicBezTo>
                  <a:pt x="213212" y="119089"/>
                  <a:pt x="217763" y="114538"/>
                  <a:pt x="217763" y="108881"/>
                </a:cubicBezTo>
                <a:cubicBezTo>
                  <a:pt x="217763" y="103225"/>
                  <a:pt x="213212" y="98674"/>
                  <a:pt x="207555" y="98674"/>
                </a:cubicBezTo>
                <a:lnTo>
                  <a:pt x="190543" y="98674"/>
                </a:lnTo>
                <a:lnTo>
                  <a:pt x="190543" y="74856"/>
                </a:lnTo>
                <a:lnTo>
                  <a:pt x="207555" y="74856"/>
                </a:lnTo>
                <a:cubicBezTo>
                  <a:pt x="213212" y="74856"/>
                  <a:pt x="217763" y="70305"/>
                  <a:pt x="217763" y="64648"/>
                </a:cubicBezTo>
                <a:cubicBezTo>
                  <a:pt x="217763" y="58992"/>
                  <a:pt x="213212" y="54441"/>
                  <a:pt x="207555" y="54441"/>
                </a:cubicBezTo>
                <a:lnTo>
                  <a:pt x="190543" y="54441"/>
                </a:lnTo>
                <a:cubicBezTo>
                  <a:pt x="190543" y="39427"/>
                  <a:pt x="178336" y="27220"/>
                  <a:pt x="163322" y="27220"/>
                </a:cubicBezTo>
                <a:lnTo>
                  <a:pt x="163322" y="10208"/>
                </a:lnTo>
                <a:cubicBezTo>
                  <a:pt x="163322" y="4551"/>
                  <a:pt x="158771" y="0"/>
                  <a:pt x="153115" y="0"/>
                </a:cubicBezTo>
                <a:cubicBezTo>
                  <a:pt x="147458" y="0"/>
                  <a:pt x="142907" y="4551"/>
                  <a:pt x="142907" y="10208"/>
                </a:cubicBezTo>
                <a:lnTo>
                  <a:pt x="142907" y="27220"/>
                </a:lnTo>
                <a:lnTo>
                  <a:pt x="119089" y="27220"/>
                </a:lnTo>
                <a:lnTo>
                  <a:pt x="119089" y="10208"/>
                </a:lnTo>
                <a:cubicBezTo>
                  <a:pt x="119089" y="4551"/>
                  <a:pt x="114538" y="0"/>
                  <a:pt x="108881" y="0"/>
                </a:cubicBezTo>
                <a:cubicBezTo>
                  <a:pt x="103225" y="0"/>
                  <a:pt x="98674" y="4551"/>
                  <a:pt x="98674" y="10208"/>
                </a:cubicBezTo>
                <a:lnTo>
                  <a:pt x="98674" y="27220"/>
                </a:lnTo>
                <a:lnTo>
                  <a:pt x="74856" y="27220"/>
                </a:lnTo>
                <a:lnTo>
                  <a:pt x="74856" y="10208"/>
                </a:lnTo>
                <a:close/>
                <a:moveTo>
                  <a:pt x="68051" y="54441"/>
                </a:moveTo>
                <a:lnTo>
                  <a:pt x="149712" y="54441"/>
                </a:lnTo>
                <a:cubicBezTo>
                  <a:pt x="157240" y="54441"/>
                  <a:pt x="163322" y="60523"/>
                  <a:pt x="163322" y="68051"/>
                </a:cubicBezTo>
                <a:lnTo>
                  <a:pt x="163322" y="149712"/>
                </a:lnTo>
                <a:cubicBezTo>
                  <a:pt x="163322" y="157240"/>
                  <a:pt x="157240" y="163322"/>
                  <a:pt x="149712" y="163322"/>
                </a:cubicBezTo>
                <a:lnTo>
                  <a:pt x="68051" y="163322"/>
                </a:lnTo>
                <a:cubicBezTo>
                  <a:pt x="60523" y="163322"/>
                  <a:pt x="54441" y="157240"/>
                  <a:pt x="54441" y="149712"/>
                </a:cubicBezTo>
                <a:lnTo>
                  <a:pt x="54441" y="68051"/>
                </a:lnTo>
                <a:cubicBezTo>
                  <a:pt x="54441" y="60523"/>
                  <a:pt x="60523" y="54441"/>
                  <a:pt x="68051" y="54441"/>
                </a:cubicBezTo>
                <a:close/>
                <a:moveTo>
                  <a:pt x="74856" y="74856"/>
                </a:moveTo>
                <a:lnTo>
                  <a:pt x="74856" y="142907"/>
                </a:lnTo>
                <a:lnTo>
                  <a:pt x="142907" y="142907"/>
                </a:lnTo>
                <a:lnTo>
                  <a:pt x="142907" y="74856"/>
                </a:lnTo>
                <a:lnTo>
                  <a:pt x="74856" y="74856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" name="Text 5"/>
          <p:cNvSpPr/>
          <p:nvPr/>
        </p:nvSpPr>
        <p:spPr>
          <a:xfrm>
            <a:off x="881940" y="1785656"/>
            <a:ext cx="707729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736" y="2221182"/>
            <a:ext cx="7240616" cy="958157"/>
          </a:xfrm>
          <a:custGeom>
            <a:avLst/>
            <a:gdLst/>
            <a:ahLst/>
            <a:cxnLst/>
            <a:rect l="l" t="t" r="r" b="b"/>
            <a:pathLst>
              <a:path w="7240616" h="958157">
                <a:moveTo>
                  <a:pt x="43548" y="0"/>
                </a:moveTo>
                <a:lnTo>
                  <a:pt x="7197068" y="0"/>
                </a:lnTo>
                <a:cubicBezTo>
                  <a:pt x="7221119" y="0"/>
                  <a:pt x="7240616" y="19497"/>
                  <a:pt x="7240616" y="43548"/>
                </a:cubicBezTo>
                <a:lnTo>
                  <a:pt x="7240616" y="914609"/>
                </a:lnTo>
                <a:cubicBezTo>
                  <a:pt x="7240616" y="938660"/>
                  <a:pt x="7221119" y="958157"/>
                  <a:pt x="7197068" y="958157"/>
                </a:cubicBezTo>
                <a:lnTo>
                  <a:pt x="43548" y="958157"/>
                </a:lnTo>
                <a:cubicBezTo>
                  <a:pt x="19513" y="958157"/>
                  <a:pt x="0" y="938643"/>
                  <a:pt x="0" y="914609"/>
                </a:cubicBezTo>
                <a:lnTo>
                  <a:pt x="0" y="43548"/>
                </a:lnTo>
                <a:cubicBezTo>
                  <a:pt x="0" y="19513"/>
                  <a:pt x="19513" y="0"/>
                  <a:pt x="43548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40394" y="2395392"/>
            <a:ext cx="969045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59374" y="2351839"/>
            <a:ext cx="783946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0394" y="2787365"/>
            <a:ext cx="928555" cy="261315"/>
          </a:xfrm>
          <a:custGeom>
            <a:avLst/>
            <a:gdLst/>
            <a:ahLst/>
            <a:cxnLst/>
            <a:rect l="l" t="t" r="r" b="b"/>
            <a:pathLst>
              <a:path w="928555" h="261315">
                <a:moveTo>
                  <a:pt x="43553" y="0"/>
                </a:moveTo>
                <a:lnTo>
                  <a:pt x="885001" y="0"/>
                </a:lnTo>
                <a:cubicBezTo>
                  <a:pt x="909055" y="0"/>
                  <a:pt x="928555" y="19500"/>
                  <a:pt x="928555" y="43553"/>
                </a:cubicBezTo>
                <a:lnTo>
                  <a:pt x="928555" y="217762"/>
                </a:lnTo>
                <a:cubicBezTo>
                  <a:pt x="928555" y="241816"/>
                  <a:pt x="909055" y="261315"/>
                  <a:pt x="885001" y="261315"/>
                </a:cubicBezTo>
                <a:lnTo>
                  <a:pt x="43553" y="261315"/>
                </a:lnTo>
                <a:cubicBezTo>
                  <a:pt x="19516" y="261315"/>
                  <a:pt x="0" y="241800"/>
                  <a:pt x="0" y="217762"/>
                </a:cubicBezTo>
                <a:lnTo>
                  <a:pt x="0" y="43553"/>
                </a:lnTo>
                <a:cubicBezTo>
                  <a:pt x="0" y="19516"/>
                  <a:pt x="19516" y="0"/>
                  <a:pt x="4355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40394" y="2787365"/>
            <a:ext cx="1004772" cy="261315"/>
          </a:xfrm>
          <a:prstGeom prst="rect">
            <a:avLst/>
          </a:prstGeom>
          <a:noFill/>
          <a:ln/>
        </p:spPr>
        <p:txBody>
          <a:bodyPr wrap="square" lIns="87105" tIns="43553" rIns="87105" bIns="43553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 4, AX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1512" y="3309996"/>
            <a:ext cx="7218840" cy="1480788"/>
          </a:xfrm>
          <a:custGeom>
            <a:avLst/>
            <a:gdLst/>
            <a:ahLst/>
            <a:cxnLst/>
            <a:rect l="l" t="t" r="r" b="b"/>
            <a:pathLst>
              <a:path w="7218840" h="1480788">
                <a:moveTo>
                  <a:pt x="43550" y="0"/>
                </a:moveTo>
                <a:lnTo>
                  <a:pt x="7175290" y="0"/>
                </a:lnTo>
                <a:cubicBezTo>
                  <a:pt x="7199342" y="0"/>
                  <a:pt x="7218840" y="19498"/>
                  <a:pt x="7218840" y="43550"/>
                </a:cubicBezTo>
                <a:lnTo>
                  <a:pt x="7218840" y="1437238"/>
                </a:lnTo>
                <a:cubicBezTo>
                  <a:pt x="7218840" y="1461290"/>
                  <a:pt x="7199342" y="1480788"/>
                  <a:pt x="7175290" y="1480788"/>
                </a:cubicBezTo>
                <a:lnTo>
                  <a:pt x="43550" y="1480788"/>
                </a:lnTo>
                <a:cubicBezTo>
                  <a:pt x="19498" y="1480788"/>
                  <a:pt x="0" y="1461290"/>
                  <a:pt x="0" y="1437238"/>
                </a:cubicBezTo>
                <a:lnTo>
                  <a:pt x="0" y="43550"/>
                </a:lnTo>
                <a:cubicBezTo>
                  <a:pt x="0" y="19498"/>
                  <a:pt x="19498" y="0"/>
                  <a:pt x="43550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14" name="Shape 12"/>
          <p:cNvSpPr/>
          <p:nvPr/>
        </p:nvSpPr>
        <p:spPr>
          <a:xfrm>
            <a:off x="631512" y="3309996"/>
            <a:ext cx="43553" cy="1480788"/>
          </a:xfrm>
          <a:custGeom>
            <a:avLst/>
            <a:gdLst/>
            <a:ahLst/>
            <a:cxnLst/>
            <a:rect l="l" t="t" r="r" b="b"/>
            <a:pathLst>
              <a:path w="43553" h="1480788">
                <a:moveTo>
                  <a:pt x="43553" y="0"/>
                </a:moveTo>
                <a:lnTo>
                  <a:pt x="43553" y="0"/>
                </a:lnTo>
                <a:lnTo>
                  <a:pt x="43553" y="1480788"/>
                </a:lnTo>
                <a:lnTo>
                  <a:pt x="43553" y="1480788"/>
                </a:lnTo>
                <a:cubicBezTo>
                  <a:pt x="19499" y="1480788"/>
                  <a:pt x="0" y="1461289"/>
                  <a:pt x="0" y="1437235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5" name="Text 13"/>
          <p:cNvSpPr/>
          <p:nvPr/>
        </p:nvSpPr>
        <p:spPr>
          <a:xfrm>
            <a:off x="783946" y="3440654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16-Bit Pattern Structure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3946" y="3789074"/>
            <a:ext cx="871052" cy="522631"/>
          </a:xfrm>
          <a:custGeom>
            <a:avLst/>
            <a:gdLst/>
            <a:ahLst/>
            <a:cxnLst/>
            <a:rect l="l" t="t" r="r" b="b"/>
            <a:pathLst>
              <a:path w="871052" h="522631">
                <a:moveTo>
                  <a:pt x="43551" y="0"/>
                </a:moveTo>
                <a:lnTo>
                  <a:pt x="827501" y="0"/>
                </a:lnTo>
                <a:cubicBezTo>
                  <a:pt x="851553" y="0"/>
                  <a:pt x="871052" y="19498"/>
                  <a:pt x="871052" y="43551"/>
                </a:cubicBezTo>
                <a:lnTo>
                  <a:pt x="871052" y="479080"/>
                </a:lnTo>
                <a:cubicBezTo>
                  <a:pt x="871052" y="503133"/>
                  <a:pt x="851553" y="522631"/>
                  <a:pt x="827501" y="522631"/>
                </a:cubicBezTo>
                <a:lnTo>
                  <a:pt x="43551" y="522631"/>
                </a:lnTo>
                <a:cubicBezTo>
                  <a:pt x="19498" y="522631"/>
                  <a:pt x="0" y="503133"/>
                  <a:pt x="0" y="479080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7" name="Text 15"/>
          <p:cNvSpPr/>
          <p:nvPr/>
        </p:nvSpPr>
        <p:spPr>
          <a:xfrm>
            <a:off x="745838" y="3789074"/>
            <a:ext cx="947269" cy="522631"/>
          </a:xfrm>
          <a:prstGeom prst="rect">
            <a:avLst/>
          </a:prstGeom>
          <a:noFill/>
          <a:ln/>
        </p:spPr>
        <p:txBody>
          <a:bodyPr wrap="square" lIns="87105" tIns="43553" rIns="87105" bIns="43553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Bits 11-8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42103" y="3941508"/>
            <a:ext cx="174210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North-South Lights (RYG)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3946" y="4355258"/>
            <a:ext cx="871052" cy="304868"/>
          </a:xfrm>
          <a:custGeom>
            <a:avLst/>
            <a:gdLst/>
            <a:ahLst/>
            <a:cxnLst/>
            <a:rect l="l" t="t" r="r" b="b"/>
            <a:pathLst>
              <a:path w="871052" h="304868">
                <a:moveTo>
                  <a:pt x="43553" y="0"/>
                </a:moveTo>
                <a:lnTo>
                  <a:pt x="827498" y="0"/>
                </a:lnTo>
                <a:cubicBezTo>
                  <a:pt x="851552" y="0"/>
                  <a:pt x="871052" y="19500"/>
                  <a:pt x="871052" y="43553"/>
                </a:cubicBezTo>
                <a:lnTo>
                  <a:pt x="871052" y="261315"/>
                </a:lnTo>
                <a:cubicBezTo>
                  <a:pt x="871052" y="285369"/>
                  <a:pt x="851552" y="304868"/>
                  <a:pt x="827498" y="304868"/>
                </a:cubicBezTo>
                <a:lnTo>
                  <a:pt x="43553" y="304868"/>
                </a:lnTo>
                <a:cubicBezTo>
                  <a:pt x="19500" y="304868"/>
                  <a:pt x="0" y="285369"/>
                  <a:pt x="0" y="261315"/>
                </a:cubicBezTo>
                <a:lnTo>
                  <a:pt x="0" y="43553"/>
                </a:lnTo>
                <a:cubicBezTo>
                  <a:pt x="0" y="19500"/>
                  <a:pt x="19500" y="0"/>
                  <a:pt x="4355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45838" y="4355258"/>
            <a:ext cx="947269" cy="304868"/>
          </a:xfrm>
          <a:prstGeom prst="rect">
            <a:avLst/>
          </a:prstGeom>
          <a:noFill/>
          <a:ln/>
        </p:spPr>
        <p:txBody>
          <a:bodyPr wrap="square" lIns="87105" tIns="43553" rIns="87105" bIns="43553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Bits 7-4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42103" y="4398810"/>
            <a:ext cx="161144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East-West Lights (RYG)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5526" y="5160981"/>
            <a:ext cx="7589037" cy="2025195"/>
          </a:xfrm>
          <a:custGeom>
            <a:avLst/>
            <a:gdLst/>
            <a:ahLst/>
            <a:cxnLst/>
            <a:rect l="l" t="t" r="r" b="b"/>
            <a:pathLst>
              <a:path w="7589037" h="2025195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1938091"/>
                </a:lnTo>
                <a:cubicBezTo>
                  <a:pt x="7589037" y="1986197"/>
                  <a:pt x="7550039" y="2025195"/>
                  <a:pt x="7501933" y="2025195"/>
                </a:cubicBezTo>
                <a:lnTo>
                  <a:pt x="87104" y="2025195"/>
                </a:lnTo>
                <a:cubicBezTo>
                  <a:pt x="39030" y="2025195"/>
                  <a:pt x="0" y="1986165"/>
                  <a:pt x="0" y="1938091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5329" dist="435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5526" y="5160981"/>
            <a:ext cx="7589037" cy="43553"/>
          </a:xfrm>
          <a:custGeom>
            <a:avLst/>
            <a:gdLst/>
            <a:ahLst/>
            <a:cxnLst/>
            <a:rect l="l" t="t" r="r" b="b"/>
            <a:pathLst>
              <a:path w="7589037" h="43553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3553"/>
                </a:lnTo>
                <a:lnTo>
                  <a:pt x="0" y="43553"/>
                </a:ln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36956" y="5400520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207555" y="23818"/>
                </a:moveTo>
                <a:cubicBezTo>
                  <a:pt x="207555" y="18161"/>
                  <a:pt x="203004" y="13610"/>
                  <a:pt x="197348" y="13610"/>
                </a:cubicBezTo>
                <a:cubicBezTo>
                  <a:pt x="191691" y="13610"/>
                  <a:pt x="187140" y="18161"/>
                  <a:pt x="187140" y="23818"/>
                </a:cubicBezTo>
                <a:lnTo>
                  <a:pt x="187140" y="193945"/>
                </a:lnTo>
                <a:cubicBezTo>
                  <a:pt x="187140" y="199602"/>
                  <a:pt x="191691" y="204153"/>
                  <a:pt x="197348" y="204153"/>
                </a:cubicBezTo>
                <a:cubicBezTo>
                  <a:pt x="203004" y="204153"/>
                  <a:pt x="207555" y="199602"/>
                  <a:pt x="207555" y="193945"/>
                </a:cubicBezTo>
                <a:lnTo>
                  <a:pt x="207555" y="23818"/>
                </a:lnTo>
                <a:close/>
                <a:moveTo>
                  <a:pt x="153115" y="54441"/>
                </a:moveTo>
                <a:cubicBezTo>
                  <a:pt x="147458" y="54441"/>
                  <a:pt x="142907" y="58992"/>
                  <a:pt x="142907" y="64648"/>
                </a:cubicBezTo>
                <a:lnTo>
                  <a:pt x="142907" y="193945"/>
                </a:lnTo>
                <a:cubicBezTo>
                  <a:pt x="142907" y="199602"/>
                  <a:pt x="147458" y="204153"/>
                  <a:pt x="153115" y="204153"/>
                </a:cubicBezTo>
                <a:cubicBezTo>
                  <a:pt x="158771" y="204153"/>
                  <a:pt x="163322" y="199602"/>
                  <a:pt x="163322" y="193945"/>
                </a:cubicBezTo>
                <a:lnTo>
                  <a:pt x="163322" y="64648"/>
                </a:lnTo>
                <a:cubicBezTo>
                  <a:pt x="163322" y="58992"/>
                  <a:pt x="158771" y="54441"/>
                  <a:pt x="153115" y="54441"/>
                </a:cubicBezTo>
                <a:close/>
                <a:moveTo>
                  <a:pt x="119089" y="105479"/>
                </a:moveTo>
                <a:cubicBezTo>
                  <a:pt x="119089" y="99822"/>
                  <a:pt x="114538" y="95271"/>
                  <a:pt x="108881" y="95271"/>
                </a:cubicBezTo>
                <a:cubicBezTo>
                  <a:pt x="103225" y="95271"/>
                  <a:pt x="98674" y="99822"/>
                  <a:pt x="98674" y="105479"/>
                </a:cubicBezTo>
                <a:lnTo>
                  <a:pt x="98674" y="193945"/>
                </a:lnTo>
                <a:cubicBezTo>
                  <a:pt x="98674" y="199602"/>
                  <a:pt x="103225" y="204153"/>
                  <a:pt x="108881" y="204153"/>
                </a:cubicBezTo>
                <a:cubicBezTo>
                  <a:pt x="114538" y="204153"/>
                  <a:pt x="119089" y="199602"/>
                  <a:pt x="119089" y="193945"/>
                </a:cubicBezTo>
                <a:lnTo>
                  <a:pt x="119089" y="105479"/>
                </a:lnTo>
                <a:close/>
                <a:moveTo>
                  <a:pt x="64648" y="136102"/>
                </a:moveTo>
                <a:cubicBezTo>
                  <a:pt x="58992" y="136102"/>
                  <a:pt x="54441" y="140653"/>
                  <a:pt x="54441" y="146309"/>
                </a:cubicBezTo>
                <a:lnTo>
                  <a:pt x="54441" y="193945"/>
                </a:lnTo>
                <a:cubicBezTo>
                  <a:pt x="54441" y="199602"/>
                  <a:pt x="58992" y="204153"/>
                  <a:pt x="64648" y="204153"/>
                </a:cubicBezTo>
                <a:cubicBezTo>
                  <a:pt x="70305" y="204153"/>
                  <a:pt x="74856" y="199602"/>
                  <a:pt x="74856" y="193945"/>
                </a:cubicBezTo>
                <a:lnTo>
                  <a:pt x="74856" y="146309"/>
                </a:lnTo>
                <a:cubicBezTo>
                  <a:pt x="74856" y="140653"/>
                  <a:pt x="70305" y="136102"/>
                  <a:pt x="64648" y="136102"/>
                </a:cubicBezTo>
                <a:close/>
                <a:moveTo>
                  <a:pt x="20415" y="163322"/>
                </a:moveTo>
                <a:cubicBezTo>
                  <a:pt x="14759" y="163322"/>
                  <a:pt x="10208" y="167873"/>
                  <a:pt x="10208" y="173530"/>
                </a:cubicBezTo>
                <a:lnTo>
                  <a:pt x="10208" y="193945"/>
                </a:lnTo>
                <a:cubicBezTo>
                  <a:pt x="10208" y="199602"/>
                  <a:pt x="14759" y="204153"/>
                  <a:pt x="20415" y="204153"/>
                </a:cubicBezTo>
                <a:cubicBezTo>
                  <a:pt x="26072" y="204153"/>
                  <a:pt x="30623" y="199602"/>
                  <a:pt x="30623" y="193945"/>
                </a:cubicBezTo>
                <a:lnTo>
                  <a:pt x="30623" y="173530"/>
                </a:lnTo>
                <a:cubicBezTo>
                  <a:pt x="30623" y="167873"/>
                  <a:pt x="26072" y="163322"/>
                  <a:pt x="20415" y="163322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881940" y="5356967"/>
            <a:ext cx="707729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 Patterns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1512" y="5792493"/>
            <a:ext cx="2330063" cy="566184"/>
          </a:xfrm>
          <a:custGeom>
            <a:avLst/>
            <a:gdLst/>
            <a:ahLst/>
            <a:cxnLst/>
            <a:rect l="l" t="t" r="r" b="b"/>
            <a:pathLst>
              <a:path w="2330063" h="566184">
                <a:moveTo>
                  <a:pt x="43551" y="0"/>
                </a:moveTo>
                <a:lnTo>
                  <a:pt x="2286512" y="0"/>
                </a:lnTo>
                <a:cubicBezTo>
                  <a:pt x="2310565" y="0"/>
                  <a:pt x="2330063" y="19498"/>
                  <a:pt x="2330063" y="43551"/>
                </a:cubicBezTo>
                <a:lnTo>
                  <a:pt x="2330063" y="522633"/>
                </a:lnTo>
                <a:cubicBezTo>
                  <a:pt x="2330063" y="546685"/>
                  <a:pt x="2310565" y="566184"/>
                  <a:pt x="2286512" y="566184"/>
                </a:cubicBezTo>
                <a:lnTo>
                  <a:pt x="43551" y="566184"/>
                </a:lnTo>
                <a:cubicBezTo>
                  <a:pt x="19498" y="566184"/>
                  <a:pt x="0" y="546685"/>
                  <a:pt x="0" y="522633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1512" y="5792493"/>
            <a:ext cx="43553" cy="566184"/>
          </a:xfrm>
          <a:custGeom>
            <a:avLst/>
            <a:gdLst/>
            <a:ahLst/>
            <a:cxnLst/>
            <a:rect l="l" t="t" r="r" b="b"/>
            <a:pathLst>
              <a:path w="43553" h="566184">
                <a:moveTo>
                  <a:pt x="43553" y="0"/>
                </a:moveTo>
                <a:lnTo>
                  <a:pt x="43553" y="0"/>
                </a:lnTo>
                <a:lnTo>
                  <a:pt x="43553" y="566184"/>
                </a:lnTo>
                <a:lnTo>
                  <a:pt x="43553" y="566184"/>
                </a:lnTo>
                <a:cubicBezTo>
                  <a:pt x="19499" y="566184"/>
                  <a:pt x="0" y="546684"/>
                  <a:pt x="0" y="522631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8" name="Text 26"/>
          <p:cNvSpPr/>
          <p:nvPr/>
        </p:nvSpPr>
        <p:spPr>
          <a:xfrm>
            <a:off x="702285" y="5879598"/>
            <a:ext cx="221029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030Ch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7729" y="6097361"/>
            <a:ext cx="2199405" cy="17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A1A1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 Green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72839" y="5792493"/>
            <a:ext cx="2330063" cy="566184"/>
          </a:xfrm>
          <a:custGeom>
            <a:avLst/>
            <a:gdLst/>
            <a:ahLst/>
            <a:cxnLst/>
            <a:rect l="l" t="t" r="r" b="b"/>
            <a:pathLst>
              <a:path w="2330063" h="566184">
                <a:moveTo>
                  <a:pt x="43551" y="0"/>
                </a:moveTo>
                <a:lnTo>
                  <a:pt x="2286512" y="0"/>
                </a:lnTo>
                <a:cubicBezTo>
                  <a:pt x="2310565" y="0"/>
                  <a:pt x="2330063" y="19498"/>
                  <a:pt x="2330063" y="43551"/>
                </a:cubicBezTo>
                <a:lnTo>
                  <a:pt x="2330063" y="522633"/>
                </a:lnTo>
                <a:cubicBezTo>
                  <a:pt x="2330063" y="546685"/>
                  <a:pt x="2310565" y="566184"/>
                  <a:pt x="2286512" y="566184"/>
                </a:cubicBezTo>
                <a:lnTo>
                  <a:pt x="43551" y="566184"/>
                </a:lnTo>
                <a:cubicBezTo>
                  <a:pt x="19498" y="566184"/>
                  <a:pt x="0" y="546685"/>
                  <a:pt x="0" y="522633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31" name="Shape 29"/>
          <p:cNvSpPr/>
          <p:nvPr/>
        </p:nvSpPr>
        <p:spPr>
          <a:xfrm>
            <a:off x="3072839" y="5792493"/>
            <a:ext cx="43553" cy="566184"/>
          </a:xfrm>
          <a:custGeom>
            <a:avLst/>
            <a:gdLst/>
            <a:ahLst/>
            <a:cxnLst/>
            <a:rect l="l" t="t" r="r" b="b"/>
            <a:pathLst>
              <a:path w="43553" h="566184">
                <a:moveTo>
                  <a:pt x="43553" y="0"/>
                </a:moveTo>
                <a:lnTo>
                  <a:pt x="43553" y="0"/>
                </a:lnTo>
                <a:lnTo>
                  <a:pt x="43553" y="566184"/>
                </a:lnTo>
                <a:lnTo>
                  <a:pt x="43553" y="566184"/>
                </a:lnTo>
                <a:cubicBezTo>
                  <a:pt x="19499" y="566184"/>
                  <a:pt x="0" y="546684"/>
                  <a:pt x="0" y="522631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2" name="Text 30"/>
          <p:cNvSpPr/>
          <p:nvPr/>
        </p:nvSpPr>
        <p:spPr>
          <a:xfrm>
            <a:off x="3143612" y="5879598"/>
            <a:ext cx="221029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0861h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49056" y="6097361"/>
            <a:ext cx="2199405" cy="17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A1A1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EW Green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4165" y="5792493"/>
            <a:ext cx="2330063" cy="566184"/>
          </a:xfrm>
          <a:custGeom>
            <a:avLst/>
            <a:gdLst/>
            <a:ahLst/>
            <a:cxnLst/>
            <a:rect l="l" t="t" r="r" b="b"/>
            <a:pathLst>
              <a:path w="2330063" h="566184">
                <a:moveTo>
                  <a:pt x="43551" y="0"/>
                </a:moveTo>
                <a:lnTo>
                  <a:pt x="2286512" y="0"/>
                </a:lnTo>
                <a:cubicBezTo>
                  <a:pt x="2310565" y="0"/>
                  <a:pt x="2330063" y="19498"/>
                  <a:pt x="2330063" y="43551"/>
                </a:cubicBezTo>
                <a:lnTo>
                  <a:pt x="2330063" y="522633"/>
                </a:lnTo>
                <a:cubicBezTo>
                  <a:pt x="2330063" y="546685"/>
                  <a:pt x="2310565" y="566184"/>
                  <a:pt x="2286512" y="566184"/>
                </a:cubicBezTo>
                <a:lnTo>
                  <a:pt x="43551" y="566184"/>
                </a:lnTo>
                <a:cubicBezTo>
                  <a:pt x="19498" y="566184"/>
                  <a:pt x="0" y="546685"/>
                  <a:pt x="0" y="522633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35" name="Shape 33"/>
          <p:cNvSpPr/>
          <p:nvPr/>
        </p:nvSpPr>
        <p:spPr>
          <a:xfrm>
            <a:off x="5514165" y="5792493"/>
            <a:ext cx="43553" cy="566184"/>
          </a:xfrm>
          <a:custGeom>
            <a:avLst/>
            <a:gdLst/>
            <a:ahLst/>
            <a:cxnLst/>
            <a:rect l="l" t="t" r="r" b="b"/>
            <a:pathLst>
              <a:path w="43553" h="566184">
                <a:moveTo>
                  <a:pt x="43553" y="0"/>
                </a:moveTo>
                <a:lnTo>
                  <a:pt x="43553" y="0"/>
                </a:lnTo>
                <a:lnTo>
                  <a:pt x="43553" y="566184"/>
                </a:lnTo>
                <a:lnTo>
                  <a:pt x="43553" y="566184"/>
                </a:lnTo>
                <a:cubicBezTo>
                  <a:pt x="19499" y="566184"/>
                  <a:pt x="0" y="546684"/>
                  <a:pt x="0" y="522631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6" name="Text 34"/>
          <p:cNvSpPr/>
          <p:nvPr/>
        </p:nvSpPr>
        <p:spPr>
          <a:xfrm>
            <a:off x="5584938" y="5879598"/>
            <a:ext cx="221029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A65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0492h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90382" y="6097361"/>
            <a:ext cx="2199405" cy="17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A1A1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Yellow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512" y="6445782"/>
            <a:ext cx="2330063" cy="566184"/>
          </a:xfrm>
          <a:custGeom>
            <a:avLst/>
            <a:gdLst/>
            <a:ahLst/>
            <a:cxnLst/>
            <a:rect l="l" t="t" r="r" b="b"/>
            <a:pathLst>
              <a:path w="2330063" h="566184">
                <a:moveTo>
                  <a:pt x="43551" y="0"/>
                </a:moveTo>
                <a:lnTo>
                  <a:pt x="2286512" y="0"/>
                </a:lnTo>
                <a:cubicBezTo>
                  <a:pt x="2310565" y="0"/>
                  <a:pt x="2330063" y="19498"/>
                  <a:pt x="2330063" y="43551"/>
                </a:cubicBezTo>
                <a:lnTo>
                  <a:pt x="2330063" y="522633"/>
                </a:lnTo>
                <a:cubicBezTo>
                  <a:pt x="2330063" y="546685"/>
                  <a:pt x="2310565" y="566184"/>
                  <a:pt x="2286512" y="566184"/>
                </a:cubicBezTo>
                <a:lnTo>
                  <a:pt x="43551" y="566184"/>
                </a:lnTo>
                <a:cubicBezTo>
                  <a:pt x="19498" y="566184"/>
                  <a:pt x="0" y="546685"/>
                  <a:pt x="0" y="522633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39" name="Shape 37"/>
          <p:cNvSpPr/>
          <p:nvPr/>
        </p:nvSpPr>
        <p:spPr>
          <a:xfrm>
            <a:off x="631512" y="6445782"/>
            <a:ext cx="43553" cy="566184"/>
          </a:xfrm>
          <a:custGeom>
            <a:avLst/>
            <a:gdLst/>
            <a:ahLst/>
            <a:cxnLst/>
            <a:rect l="l" t="t" r="r" b="b"/>
            <a:pathLst>
              <a:path w="43553" h="566184">
                <a:moveTo>
                  <a:pt x="43553" y="0"/>
                </a:moveTo>
                <a:lnTo>
                  <a:pt x="43553" y="0"/>
                </a:lnTo>
                <a:lnTo>
                  <a:pt x="43553" y="566184"/>
                </a:lnTo>
                <a:lnTo>
                  <a:pt x="43553" y="566184"/>
                </a:lnTo>
                <a:cubicBezTo>
                  <a:pt x="19499" y="566184"/>
                  <a:pt x="0" y="546684"/>
                  <a:pt x="0" y="522631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0" name="Text 38"/>
          <p:cNvSpPr/>
          <p:nvPr/>
        </p:nvSpPr>
        <p:spPr>
          <a:xfrm>
            <a:off x="702285" y="6532887"/>
            <a:ext cx="221029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0249h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7729" y="6750650"/>
            <a:ext cx="2199405" cy="17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A1A1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Red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072839" y="6445782"/>
            <a:ext cx="2330063" cy="566184"/>
          </a:xfrm>
          <a:custGeom>
            <a:avLst/>
            <a:gdLst/>
            <a:ahLst/>
            <a:cxnLst/>
            <a:rect l="l" t="t" r="r" b="b"/>
            <a:pathLst>
              <a:path w="2330063" h="566184">
                <a:moveTo>
                  <a:pt x="43551" y="0"/>
                </a:moveTo>
                <a:lnTo>
                  <a:pt x="2286512" y="0"/>
                </a:lnTo>
                <a:cubicBezTo>
                  <a:pt x="2310565" y="0"/>
                  <a:pt x="2330063" y="19498"/>
                  <a:pt x="2330063" y="43551"/>
                </a:cubicBezTo>
                <a:lnTo>
                  <a:pt x="2330063" y="522633"/>
                </a:lnTo>
                <a:cubicBezTo>
                  <a:pt x="2330063" y="546685"/>
                  <a:pt x="2310565" y="566184"/>
                  <a:pt x="2286512" y="566184"/>
                </a:cubicBezTo>
                <a:lnTo>
                  <a:pt x="43551" y="566184"/>
                </a:lnTo>
                <a:cubicBezTo>
                  <a:pt x="19498" y="566184"/>
                  <a:pt x="0" y="546685"/>
                  <a:pt x="0" y="522633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43" name="Shape 41"/>
          <p:cNvSpPr/>
          <p:nvPr/>
        </p:nvSpPr>
        <p:spPr>
          <a:xfrm>
            <a:off x="3072839" y="6445782"/>
            <a:ext cx="43553" cy="566184"/>
          </a:xfrm>
          <a:custGeom>
            <a:avLst/>
            <a:gdLst/>
            <a:ahLst/>
            <a:cxnLst/>
            <a:rect l="l" t="t" r="r" b="b"/>
            <a:pathLst>
              <a:path w="43553" h="566184">
                <a:moveTo>
                  <a:pt x="43553" y="0"/>
                </a:moveTo>
                <a:lnTo>
                  <a:pt x="43553" y="0"/>
                </a:lnTo>
                <a:lnTo>
                  <a:pt x="43553" y="566184"/>
                </a:lnTo>
                <a:lnTo>
                  <a:pt x="43553" y="566184"/>
                </a:lnTo>
                <a:cubicBezTo>
                  <a:pt x="19499" y="566184"/>
                  <a:pt x="0" y="546684"/>
                  <a:pt x="0" y="522631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4" name="Text 42"/>
          <p:cNvSpPr/>
          <p:nvPr/>
        </p:nvSpPr>
        <p:spPr>
          <a:xfrm>
            <a:off x="3143612" y="6532887"/>
            <a:ext cx="221029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A65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0492h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149056" y="6750650"/>
            <a:ext cx="2199405" cy="17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A1A1A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Emergency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38696" y="1589669"/>
            <a:ext cx="7589037" cy="3026904"/>
          </a:xfrm>
          <a:custGeom>
            <a:avLst/>
            <a:gdLst/>
            <a:ahLst/>
            <a:cxnLst/>
            <a:rect l="l" t="t" r="r" b="b"/>
            <a:pathLst>
              <a:path w="7589037" h="3026904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2939790"/>
                </a:lnTo>
                <a:cubicBezTo>
                  <a:pt x="7589037" y="2987902"/>
                  <a:pt x="7550034" y="3026904"/>
                  <a:pt x="7501923" y="3026904"/>
                </a:cubicBezTo>
                <a:lnTo>
                  <a:pt x="87114" y="3026904"/>
                </a:lnTo>
                <a:cubicBezTo>
                  <a:pt x="39002" y="3026904"/>
                  <a:pt x="0" y="2987902"/>
                  <a:pt x="0" y="2939790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5329" dist="435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38696" y="1589669"/>
            <a:ext cx="7589037" cy="43553"/>
          </a:xfrm>
          <a:custGeom>
            <a:avLst/>
            <a:gdLst/>
            <a:ahLst/>
            <a:cxnLst/>
            <a:rect l="l" t="t" r="r" b="b"/>
            <a:pathLst>
              <a:path w="7589037" h="43553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3553"/>
                </a:lnTo>
                <a:lnTo>
                  <a:pt x="0" y="43553"/>
                </a:ln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8" name="Shape 46"/>
          <p:cNvSpPr/>
          <p:nvPr/>
        </p:nvSpPr>
        <p:spPr>
          <a:xfrm>
            <a:off x="8426517" y="1829208"/>
            <a:ext cx="244983" cy="217763"/>
          </a:xfrm>
          <a:custGeom>
            <a:avLst/>
            <a:gdLst/>
            <a:ahLst/>
            <a:cxnLst/>
            <a:rect l="l" t="t" r="r" b="b"/>
            <a:pathLst>
              <a:path w="244983" h="217763">
                <a:moveTo>
                  <a:pt x="27220" y="40831"/>
                </a:moveTo>
                <a:lnTo>
                  <a:pt x="27220" y="142907"/>
                </a:lnTo>
                <a:lnTo>
                  <a:pt x="217763" y="142907"/>
                </a:lnTo>
                <a:lnTo>
                  <a:pt x="217763" y="40831"/>
                </a:lnTo>
                <a:lnTo>
                  <a:pt x="27220" y="40831"/>
                </a:lnTo>
                <a:close/>
                <a:moveTo>
                  <a:pt x="0" y="40831"/>
                </a:moveTo>
                <a:cubicBezTo>
                  <a:pt x="0" y="25817"/>
                  <a:pt x="12207" y="13610"/>
                  <a:pt x="27220" y="13610"/>
                </a:cubicBezTo>
                <a:lnTo>
                  <a:pt x="217763" y="13610"/>
                </a:lnTo>
                <a:cubicBezTo>
                  <a:pt x="232777" y="13610"/>
                  <a:pt x="244983" y="25817"/>
                  <a:pt x="244983" y="40831"/>
                </a:cubicBezTo>
                <a:lnTo>
                  <a:pt x="244983" y="142907"/>
                </a:lnTo>
                <a:cubicBezTo>
                  <a:pt x="244983" y="157921"/>
                  <a:pt x="232777" y="170127"/>
                  <a:pt x="217763" y="170127"/>
                </a:cubicBezTo>
                <a:lnTo>
                  <a:pt x="27220" y="170127"/>
                </a:lnTo>
                <a:cubicBezTo>
                  <a:pt x="12207" y="170127"/>
                  <a:pt x="0" y="157921"/>
                  <a:pt x="0" y="142907"/>
                </a:cubicBezTo>
                <a:lnTo>
                  <a:pt x="0" y="40831"/>
                </a:lnTo>
                <a:close/>
                <a:moveTo>
                  <a:pt x="68051" y="190543"/>
                </a:moveTo>
                <a:lnTo>
                  <a:pt x="176932" y="190543"/>
                </a:lnTo>
                <a:cubicBezTo>
                  <a:pt x="184460" y="190543"/>
                  <a:pt x="190543" y="196625"/>
                  <a:pt x="190543" y="204153"/>
                </a:cubicBezTo>
                <a:cubicBezTo>
                  <a:pt x="190543" y="211681"/>
                  <a:pt x="184460" y="217763"/>
                  <a:pt x="176932" y="217763"/>
                </a:cubicBezTo>
                <a:lnTo>
                  <a:pt x="68051" y="217763"/>
                </a:lnTo>
                <a:cubicBezTo>
                  <a:pt x="60523" y="217763"/>
                  <a:pt x="54441" y="211681"/>
                  <a:pt x="54441" y="204153"/>
                </a:cubicBezTo>
                <a:cubicBezTo>
                  <a:pt x="54441" y="196625"/>
                  <a:pt x="60523" y="190543"/>
                  <a:pt x="68051" y="190543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9" name="Text 47"/>
          <p:cNvSpPr/>
          <p:nvPr/>
        </p:nvSpPr>
        <p:spPr>
          <a:xfrm>
            <a:off x="8685110" y="1785656"/>
            <a:ext cx="707729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Memory Management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12907" y="2221182"/>
            <a:ext cx="7240616" cy="914604"/>
          </a:xfrm>
          <a:custGeom>
            <a:avLst/>
            <a:gdLst/>
            <a:ahLst/>
            <a:cxnLst/>
            <a:rect l="l" t="t" r="r" b="b"/>
            <a:pathLst>
              <a:path w="7240616" h="914604">
                <a:moveTo>
                  <a:pt x="43553" y="0"/>
                </a:moveTo>
                <a:lnTo>
                  <a:pt x="7197063" y="0"/>
                </a:lnTo>
                <a:cubicBezTo>
                  <a:pt x="7221117" y="0"/>
                  <a:pt x="7240616" y="19500"/>
                  <a:pt x="7240616" y="43553"/>
                </a:cubicBezTo>
                <a:lnTo>
                  <a:pt x="7240616" y="871051"/>
                </a:lnTo>
                <a:cubicBezTo>
                  <a:pt x="7240616" y="895105"/>
                  <a:pt x="7221117" y="914604"/>
                  <a:pt x="7197063" y="914604"/>
                </a:cubicBezTo>
                <a:lnTo>
                  <a:pt x="43553" y="914604"/>
                </a:lnTo>
                <a:cubicBezTo>
                  <a:pt x="19500" y="914604"/>
                  <a:pt x="0" y="895105"/>
                  <a:pt x="0" y="871051"/>
                </a:cubicBezTo>
                <a:lnTo>
                  <a:pt x="0" y="43553"/>
                </a:lnTo>
                <a:cubicBezTo>
                  <a:pt x="0" y="19516"/>
                  <a:pt x="19516" y="0"/>
                  <a:pt x="43553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543564" y="2395392"/>
            <a:ext cx="142634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Segment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4657144" y="2351839"/>
            <a:ext cx="990821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b="1" dirty="0">
                <a:solidFill>
                  <a:srgbClr val="D67B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0xB800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43564" y="2787365"/>
            <a:ext cx="7055518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access to video memory for fast rendering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4683" y="3266443"/>
            <a:ext cx="7218840" cy="1175920"/>
          </a:xfrm>
          <a:custGeom>
            <a:avLst/>
            <a:gdLst/>
            <a:ahLst/>
            <a:cxnLst/>
            <a:rect l="l" t="t" r="r" b="b"/>
            <a:pathLst>
              <a:path w="7218840" h="1175920">
                <a:moveTo>
                  <a:pt x="43553" y="0"/>
                </a:moveTo>
                <a:lnTo>
                  <a:pt x="7175284" y="0"/>
                </a:lnTo>
                <a:cubicBezTo>
                  <a:pt x="7199339" y="0"/>
                  <a:pt x="7218840" y="19501"/>
                  <a:pt x="7218840" y="43556"/>
                </a:cubicBezTo>
                <a:lnTo>
                  <a:pt x="7218840" y="1132364"/>
                </a:lnTo>
                <a:cubicBezTo>
                  <a:pt x="7218840" y="1156419"/>
                  <a:pt x="7199339" y="1175920"/>
                  <a:pt x="7175284" y="1175920"/>
                </a:cubicBezTo>
                <a:lnTo>
                  <a:pt x="43553" y="1175920"/>
                </a:lnTo>
                <a:cubicBezTo>
                  <a:pt x="19499" y="1175920"/>
                  <a:pt x="0" y="1156420"/>
                  <a:pt x="0" y="1132367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55" name="Shape 53"/>
          <p:cNvSpPr/>
          <p:nvPr/>
        </p:nvSpPr>
        <p:spPr>
          <a:xfrm>
            <a:off x="8434683" y="3266443"/>
            <a:ext cx="43553" cy="1175920"/>
          </a:xfrm>
          <a:custGeom>
            <a:avLst/>
            <a:gdLst/>
            <a:ahLst/>
            <a:cxnLst/>
            <a:rect l="l" t="t" r="r" b="b"/>
            <a:pathLst>
              <a:path w="43553" h="1175920">
                <a:moveTo>
                  <a:pt x="43553" y="0"/>
                </a:moveTo>
                <a:lnTo>
                  <a:pt x="43553" y="0"/>
                </a:lnTo>
                <a:lnTo>
                  <a:pt x="43553" y="1175920"/>
                </a:lnTo>
                <a:lnTo>
                  <a:pt x="43553" y="1175920"/>
                </a:lnTo>
                <a:cubicBezTo>
                  <a:pt x="19499" y="1175920"/>
                  <a:pt x="0" y="1156420"/>
                  <a:pt x="0" y="1132367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6" name="Text 54"/>
          <p:cNvSpPr/>
          <p:nvPr/>
        </p:nvSpPr>
        <p:spPr>
          <a:xfrm>
            <a:off x="8587117" y="3397101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Specifications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87117" y="3745522"/>
            <a:ext cx="3418877" cy="566184"/>
          </a:xfrm>
          <a:custGeom>
            <a:avLst/>
            <a:gdLst/>
            <a:ahLst/>
            <a:cxnLst/>
            <a:rect l="l" t="t" r="r" b="b"/>
            <a:pathLst>
              <a:path w="3418877" h="566184">
                <a:moveTo>
                  <a:pt x="43551" y="0"/>
                </a:moveTo>
                <a:lnTo>
                  <a:pt x="3375327" y="0"/>
                </a:lnTo>
                <a:cubicBezTo>
                  <a:pt x="3399379" y="0"/>
                  <a:pt x="3418877" y="19498"/>
                  <a:pt x="3418877" y="43551"/>
                </a:cubicBezTo>
                <a:lnTo>
                  <a:pt x="3418877" y="522633"/>
                </a:lnTo>
                <a:cubicBezTo>
                  <a:pt x="3418877" y="546685"/>
                  <a:pt x="3399379" y="566184"/>
                  <a:pt x="3375327" y="566184"/>
                </a:cubicBezTo>
                <a:lnTo>
                  <a:pt x="43551" y="566184"/>
                </a:lnTo>
                <a:cubicBezTo>
                  <a:pt x="19498" y="566184"/>
                  <a:pt x="0" y="546685"/>
                  <a:pt x="0" y="522633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636114" y="3832627"/>
            <a:ext cx="3320884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80×25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41558" y="4050390"/>
            <a:ext cx="3309996" cy="17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Mode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096729" y="3745522"/>
            <a:ext cx="3418877" cy="566184"/>
          </a:xfrm>
          <a:custGeom>
            <a:avLst/>
            <a:gdLst/>
            <a:ahLst/>
            <a:cxnLst/>
            <a:rect l="l" t="t" r="r" b="b"/>
            <a:pathLst>
              <a:path w="3418877" h="566184">
                <a:moveTo>
                  <a:pt x="43551" y="0"/>
                </a:moveTo>
                <a:lnTo>
                  <a:pt x="3375327" y="0"/>
                </a:lnTo>
                <a:cubicBezTo>
                  <a:pt x="3399379" y="0"/>
                  <a:pt x="3418877" y="19498"/>
                  <a:pt x="3418877" y="43551"/>
                </a:cubicBezTo>
                <a:lnTo>
                  <a:pt x="3418877" y="522633"/>
                </a:lnTo>
                <a:cubicBezTo>
                  <a:pt x="3418877" y="546685"/>
                  <a:pt x="3399379" y="566184"/>
                  <a:pt x="3375327" y="566184"/>
                </a:cubicBezTo>
                <a:lnTo>
                  <a:pt x="43551" y="566184"/>
                </a:lnTo>
                <a:cubicBezTo>
                  <a:pt x="19498" y="566184"/>
                  <a:pt x="0" y="546685"/>
                  <a:pt x="0" y="522633"/>
                </a:cubicBezTo>
                <a:lnTo>
                  <a:pt x="0" y="43551"/>
                </a:lnTo>
                <a:cubicBezTo>
                  <a:pt x="0" y="19498"/>
                  <a:pt x="19498" y="0"/>
                  <a:pt x="4355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2145725" y="3832627"/>
            <a:ext cx="3320884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bytes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2151169" y="4050390"/>
            <a:ext cx="3309996" cy="17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Char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38696" y="4812560"/>
            <a:ext cx="7589037" cy="3897956"/>
          </a:xfrm>
          <a:custGeom>
            <a:avLst/>
            <a:gdLst/>
            <a:ahLst/>
            <a:cxnLst/>
            <a:rect l="l" t="t" r="r" b="b"/>
            <a:pathLst>
              <a:path w="7589037" h="3897956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3810836"/>
                </a:lnTo>
                <a:cubicBezTo>
                  <a:pt x="7589037" y="3858951"/>
                  <a:pt x="7550032" y="3897956"/>
                  <a:pt x="7501918" y="3897956"/>
                </a:cubicBezTo>
                <a:lnTo>
                  <a:pt x="87119" y="3897956"/>
                </a:lnTo>
                <a:cubicBezTo>
                  <a:pt x="39005" y="3897956"/>
                  <a:pt x="0" y="3858951"/>
                  <a:pt x="0" y="381083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5329" dist="435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238696" y="4812560"/>
            <a:ext cx="7589037" cy="43553"/>
          </a:xfrm>
          <a:custGeom>
            <a:avLst/>
            <a:gdLst/>
            <a:ahLst/>
            <a:cxnLst/>
            <a:rect l="l" t="t" r="r" b="b"/>
            <a:pathLst>
              <a:path w="7589037" h="43553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3553"/>
                </a:lnTo>
                <a:lnTo>
                  <a:pt x="0" y="43553"/>
                </a:ln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5" name="Shape 63"/>
          <p:cNvSpPr/>
          <p:nvPr/>
        </p:nvSpPr>
        <p:spPr>
          <a:xfrm>
            <a:off x="8453737" y="5052099"/>
            <a:ext cx="190543" cy="217763"/>
          </a:xfrm>
          <a:custGeom>
            <a:avLst/>
            <a:gdLst/>
            <a:ahLst/>
            <a:cxnLst/>
            <a:rect l="l" t="t" r="r" b="b"/>
            <a:pathLst>
              <a:path w="190543" h="217763">
                <a:moveTo>
                  <a:pt x="71666" y="0"/>
                </a:moveTo>
                <a:cubicBezTo>
                  <a:pt x="66009" y="0"/>
                  <a:pt x="61458" y="4551"/>
                  <a:pt x="61458" y="10208"/>
                </a:cubicBezTo>
                <a:cubicBezTo>
                  <a:pt x="61458" y="15864"/>
                  <a:pt x="66009" y="20415"/>
                  <a:pt x="71666" y="20415"/>
                </a:cubicBezTo>
                <a:lnTo>
                  <a:pt x="85276" y="20415"/>
                </a:lnTo>
                <a:lnTo>
                  <a:pt x="85276" y="31176"/>
                </a:lnTo>
                <a:cubicBezTo>
                  <a:pt x="39342" y="36237"/>
                  <a:pt x="3615" y="75196"/>
                  <a:pt x="3615" y="122492"/>
                </a:cubicBezTo>
                <a:cubicBezTo>
                  <a:pt x="3615" y="173232"/>
                  <a:pt x="44743" y="214360"/>
                  <a:pt x="95484" y="214360"/>
                </a:cubicBezTo>
                <a:cubicBezTo>
                  <a:pt x="146224" y="214360"/>
                  <a:pt x="187353" y="173232"/>
                  <a:pt x="187353" y="122492"/>
                </a:cubicBezTo>
                <a:cubicBezTo>
                  <a:pt x="187353" y="105564"/>
                  <a:pt x="182759" y="89700"/>
                  <a:pt x="174763" y="76047"/>
                </a:cubicBezTo>
                <a:lnTo>
                  <a:pt x="186757" y="64053"/>
                </a:lnTo>
                <a:cubicBezTo>
                  <a:pt x="192074" y="58736"/>
                  <a:pt x="192074" y="50102"/>
                  <a:pt x="186757" y="44786"/>
                </a:cubicBezTo>
                <a:cubicBezTo>
                  <a:pt x="181441" y="39470"/>
                  <a:pt x="172807" y="39470"/>
                  <a:pt x="167490" y="44786"/>
                </a:cubicBezTo>
                <a:lnTo>
                  <a:pt x="157538" y="54738"/>
                </a:lnTo>
                <a:cubicBezTo>
                  <a:pt x="143545" y="41894"/>
                  <a:pt x="125554" y="33345"/>
                  <a:pt x="105649" y="31133"/>
                </a:cubicBezTo>
                <a:lnTo>
                  <a:pt x="105649" y="20373"/>
                </a:lnTo>
                <a:lnTo>
                  <a:pt x="119259" y="20373"/>
                </a:lnTo>
                <a:cubicBezTo>
                  <a:pt x="124916" y="20373"/>
                  <a:pt x="129467" y="15822"/>
                  <a:pt x="129467" y="10165"/>
                </a:cubicBezTo>
                <a:cubicBezTo>
                  <a:pt x="129467" y="4508"/>
                  <a:pt x="124916" y="-43"/>
                  <a:pt x="119259" y="-43"/>
                </a:cubicBezTo>
                <a:lnTo>
                  <a:pt x="71624" y="-43"/>
                </a:lnTo>
                <a:close/>
                <a:moveTo>
                  <a:pt x="105692" y="78259"/>
                </a:moveTo>
                <a:lnTo>
                  <a:pt x="105692" y="122492"/>
                </a:lnTo>
                <a:cubicBezTo>
                  <a:pt x="105692" y="128148"/>
                  <a:pt x="101141" y="132699"/>
                  <a:pt x="95484" y="132699"/>
                </a:cubicBezTo>
                <a:cubicBezTo>
                  <a:pt x="89827" y="132699"/>
                  <a:pt x="85276" y="128148"/>
                  <a:pt x="85276" y="122492"/>
                </a:cubicBezTo>
                <a:lnTo>
                  <a:pt x="85276" y="78259"/>
                </a:lnTo>
                <a:cubicBezTo>
                  <a:pt x="85276" y="72602"/>
                  <a:pt x="89827" y="68051"/>
                  <a:pt x="95484" y="68051"/>
                </a:cubicBezTo>
                <a:cubicBezTo>
                  <a:pt x="101141" y="68051"/>
                  <a:pt x="105692" y="72602"/>
                  <a:pt x="105692" y="78259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6" name="Text 64"/>
          <p:cNvSpPr/>
          <p:nvPr/>
        </p:nvSpPr>
        <p:spPr>
          <a:xfrm>
            <a:off x="8685110" y="5008547"/>
            <a:ext cx="707729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Timing System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34683" y="5444072"/>
            <a:ext cx="7218840" cy="1872761"/>
          </a:xfrm>
          <a:custGeom>
            <a:avLst/>
            <a:gdLst/>
            <a:ahLst/>
            <a:cxnLst/>
            <a:rect l="l" t="t" r="r" b="b"/>
            <a:pathLst>
              <a:path w="7218840" h="1872761">
                <a:moveTo>
                  <a:pt x="43553" y="0"/>
                </a:moveTo>
                <a:lnTo>
                  <a:pt x="7175280" y="0"/>
                </a:lnTo>
                <a:cubicBezTo>
                  <a:pt x="7199337" y="0"/>
                  <a:pt x="7218840" y="19503"/>
                  <a:pt x="7218840" y="43560"/>
                </a:cubicBezTo>
                <a:lnTo>
                  <a:pt x="7218840" y="1829200"/>
                </a:lnTo>
                <a:cubicBezTo>
                  <a:pt x="7218840" y="1853258"/>
                  <a:pt x="7199337" y="1872761"/>
                  <a:pt x="7175280" y="1872761"/>
                </a:cubicBezTo>
                <a:lnTo>
                  <a:pt x="43553" y="1872761"/>
                </a:lnTo>
                <a:cubicBezTo>
                  <a:pt x="19499" y="1872761"/>
                  <a:pt x="0" y="1853262"/>
                  <a:pt x="0" y="1829208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434683" y="5444072"/>
            <a:ext cx="43553" cy="1872761"/>
          </a:xfrm>
          <a:custGeom>
            <a:avLst/>
            <a:gdLst/>
            <a:ahLst/>
            <a:cxnLst/>
            <a:rect l="l" t="t" r="r" b="b"/>
            <a:pathLst>
              <a:path w="43553" h="1872761">
                <a:moveTo>
                  <a:pt x="43553" y="0"/>
                </a:moveTo>
                <a:lnTo>
                  <a:pt x="43553" y="0"/>
                </a:lnTo>
                <a:lnTo>
                  <a:pt x="43553" y="1872761"/>
                </a:lnTo>
                <a:lnTo>
                  <a:pt x="43553" y="1872761"/>
                </a:lnTo>
                <a:cubicBezTo>
                  <a:pt x="19499" y="1872761"/>
                  <a:pt x="0" y="1853262"/>
                  <a:pt x="0" y="1829208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9" name="Text 67"/>
          <p:cNvSpPr/>
          <p:nvPr/>
        </p:nvSpPr>
        <p:spPr>
          <a:xfrm>
            <a:off x="8587117" y="5574730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BIOS INT 15h (AH=86h)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587117" y="5923151"/>
            <a:ext cx="6935748" cy="1263025"/>
          </a:xfrm>
          <a:custGeom>
            <a:avLst/>
            <a:gdLst/>
            <a:ahLst/>
            <a:cxnLst/>
            <a:rect l="l" t="t" r="r" b="b"/>
            <a:pathLst>
              <a:path w="6935748" h="1263025">
                <a:moveTo>
                  <a:pt x="43549" y="0"/>
                </a:moveTo>
                <a:lnTo>
                  <a:pt x="6892199" y="0"/>
                </a:lnTo>
                <a:cubicBezTo>
                  <a:pt x="6916251" y="0"/>
                  <a:pt x="6935748" y="19498"/>
                  <a:pt x="6935748" y="43549"/>
                </a:cubicBezTo>
                <a:lnTo>
                  <a:pt x="6935748" y="1219476"/>
                </a:lnTo>
                <a:cubicBezTo>
                  <a:pt x="6935748" y="1243527"/>
                  <a:pt x="6916251" y="1263025"/>
                  <a:pt x="6892199" y="1263025"/>
                </a:cubicBezTo>
                <a:lnTo>
                  <a:pt x="43549" y="1263025"/>
                </a:lnTo>
                <a:cubicBezTo>
                  <a:pt x="19498" y="1263025"/>
                  <a:pt x="0" y="1243527"/>
                  <a:pt x="0" y="1219476"/>
                </a:cubicBezTo>
                <a:lnTo>
                  <a:pt x="0" y="43549"/>
                </a:lnTo>
                <a:cubicBezTo>
                  <a:pt x="0" y="19514"/>
                  <a:pt x="19514" y="0"/>
                  <a:pt x="43549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1" name="Text 69"/>
          <p:cNvSpPr/>
          <p:nvPr/>
        </p:nvSpPr>
        <p:spPr>
          <a:xfrm>
            <a:off x="8674222" y="6010256"/>
            <a:ext cx="683775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 AL, 0 </a:t>
            </a:r>
            <a:r>
              <a:rPr lang="en-US" sz="12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Critical for DOSBox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674222" y="6228019"/>
            <a:ext cx="683775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 CX, 000Fh </a:t>
            </a:r>
            <a:r>
              <a:rPr lang="en-US" sz="12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High word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674222" y="6445782"/>
            <a:ext cx="683775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 DX, 4240h </a:t>
            </a:r>
            <a:r>
              <a:rPr lang="en-US" sz="12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Low word (1s)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674222" y="6663545"/>
            <a:ext cx="683775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 AH, 86h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674222" y="6881307"/>
            <a:ext cx="683775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 15h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434683" y="7447491"/>
            <a:ext cx="7218840" cy="1088814"/>
          </a:xfrm>
          <a:custGeom>
            <a:avLst/>
            <a:gdLst/>
            <a:ahLst/>
            <a:cxnLst/>
            <a:rect l="l" t="t" r="r" b="b"/>
            <a:pathLst>
              <a:path w="7218840" h="1088814">
                <a:moveTo>
                  <a:pt x="43553" y="0"/>
                </a:moveTo>
                <a:lnTo>
                  <a:pt x="7175287" y="0"/>
                </a:lnTo>
                <a:cubicBezTo>
                  <a:pt x="7199341" y="0"/>
                  <a:pt x="7218840" y="19499"/>
                  <a:pt x="7218840" y="43553"/>
                </a:cubicBezTo>
                <a:lnTo>
                  <a:pt x="7218840" y="1045262"/>
                </a:lnTo>
                <a:cubicBezTo>
                  <a:pt x="7218840" y="1069315"/>
                  <a:pt x="7199341" y="1088814"/>
                  <a:pt x="7175287" y="1088814"/>
                </a:cubicBezTo>
                <a:lnTo>
                  <a:pt x="43553" y="1088814"/>
                </a:lnTo>
                <a:cubicBezTo>
                  <a:pt x="19499" y="1088814"/>
                  <a:pt x="0" y="1069315"/>
                  <a:pt x="0" y="104526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5F5F3"/>
          </a:solidFill>
          <a:ln/>
        </p:spPr>
      </p:sp>
      <p:sp>
        <p:nvSpPr>
          <p:cNvPr id="77" name="Shape 75"/>
          <p:cNvSpPr/>
          <p:nvPr/>
        </p:nvSpPr>
        <p:spPr>
          <a:xfrm>
            <a:off x="8434683" y="7447491"/>
            <a:ext cx="43553" cy="1088814"/>
          </a:xfrm>
          <a:custGeom>
            <a:avLst/>
            <a:gdLst/>
            <a:ahLst/>
            <a:cxnLst/>
            <a:rect l="l" t="t" r="r" b="b"/>
            <a:pathLst>
              <a:path w="43553" h="1088814">
                <a:moveTo>
                  <a:pt x="43553" y="0"/>
                </a:moveTo>
                <a:lnTo>
                  <a:pt x="43553" y="0"/>
                </a:lnTo>
                <a:lnTo>
                  <a:pt x="43553" y="1088814"/>
                </a:lnTo>
                <a:lnTo>
                  <a:pt x="43553" y="1088814"/>
                </a:lnTo>
                <a:cubicBezTo>
                  <a:pt x="19499" y="1088814"/>
                  <a:pt x="0" y="1069315"/>
                  <a:pt x="0" y="104526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78" name="Text 76"/>
          <p:cNvSpPr/>
          <p:nvPr/>
        </p:nvSpPr>
        <p:spPr>
          <a:xfrm>
            <a:off x="8587117" y="7578149"/>
            <a:ext cx="70228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Delay Procedures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608893" y="7959234"/>
            <a:ext cx="152434" cy="152434"/>
          </a:xfrm>
          <a:custGeom>
            <a:avLst/>
            <a:gdLst/>
            <a:ahLst/>
            <a:cxnLst/>
            <a:rect l="l" t="t" r="r" b="b"/>
            <a:pathLst>
              <a:path w="152434" h="152434">
                <a:moveTo>
                  <a:pt x="76217" y="0"/>
                </a:moveTo>
                <a:cubicBezTo>
                  <a:pt x="118282" y="0"/>
                  <a:pt x="152434" y="34152"/>
                  <a:pt x="152434" y="76217"/>
                </a:cubicBezTo>
                <a:cubicBezTo>
                  <a:pt x="152434" y="118282"/>
                  <a:pt x="118282" y="152434"/>
                  <a:pt x="76217" y="152434"/>
                </a:cubicBezTo>
                <a:cubicBezTo>
                  <a:pt x="34152" y="152434"/>
                  <a:pt x="0" y="118282"/>
                  <a:pt x="0" y="76217"/>
                </a:cubicBezTo>
                <a:cubicBezTo>
                  <a:pt x="0" y="34152"/>
                  <a:pt x="34152" y="0"/>
                  <a:pt x="76217" y="0"/>
                </a:cubicBezTo>
                <a:close/>
                <a:moveTo>
                  <a:pt x="69072" y="35727"/>
                </a:moveTo>
                <a:lnTo>
                  <a:pt x="69072" y="76217"/>
                </a:lnTo>
                <a:cubicBezTo>
                  <a:pt x="69072" y="78599"/>
                  <a:pt x="70263" y="80832"/>
                  <a:pt x="72257" y="82171"/>
                </a:cubicBezTo>
                <a:lnTo>
                  <a:pt x="100839" y="101226"/>
                </a:lnTo>
                <a:cubicBezTo>
                  <a:pt x="104114" y="103429"/>
                  <a:pt x="108550" y="102536"/>
                  <a:pt x="110753" y="99231"/>
                </a:cubicBezTo>
                <a:cubicBezTo>
                  <a:pt x="112956" y="95926"/>
                  <a:pt x="112063" y="91520"/>
                  <a:pt x="108758" y="89317"/>
                </a:cubicBezTo>
                <a:lnTo>
                  <a:pt x="83362" y="72406"/>
                </a:lnTo>
                <a:lnTo>
                  <a:pt x="83362" y="35727"/>
                </a:lnTo>
                <a:cubicBezTo>
                  <a:pt x="83362" y="31767"/>
                  <a:pt x="80177" y="28581"/>
                  <a:pt x="76217" y="28581"/>
                </a:cubicBezTo>
                <a:cubicBezTo>
                  <a:pt x="72257" y="28581"/>
                  <a:pt x="69072" y="31767"/>
                  <a:pt x="69072" y="35727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80" name="Text 78"/>
          <p:cNvSpPr/>
          <p:nvPr/>
        </p:nvSpPr>
        <p:spPr>
          <a:xfrm>
            <a:off x="8864765" y="7926569"/>
            <a:ext cx="3299108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DelayWithCountdown:</a:t>
            </a: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All-red phase with beeps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608893" y="8220549"/>
            <a:ext cx="152434" cy="152434"/>
          </a:xfrm>
          <a:custGeom>
            <a:avLst/>
            <a:gdLst/>
            <a:ahLst/>
            <a:cxnLst/>
            <a:rect l="l" t="t" r="r" b="b"/>
            <a:pathLst>
              <a:path w="152434" h="152434">
                <a:moveTo>
                  <a:pt x="76217" y="0"/>
                </a:moveTo>
                <a:cubicBezTo>
                  <a:pt x="118282" y="0"/>
                  <a:pt x="152434" y="34152"/>
                  <a:pt x="152434" y="76217"/>
                </a:cubicBezTo>
                <a:cubicBezTo>
                  <a:pt x="152434" y="118282"/>
                  <a:pt x="118282" y="152434"/>
                  <a:pt x="76217" y="152434"/>
                </a:cubicBezTo>
                <a:cubicBezTo>
                  <a:pt x="34152" y="152434"/>
                  <a:pt x="0" y="118282"/>
                  <a:pt x="0" y="76217"/>
                </a:cubicBezTo>
                <a:cubicBezTo>
                  <a:pt x="0" y="34152"/>
                  <a:pt x="34152" y="0"/>
                  <a:pt x="76217" y="0"/>
                </a:cubicBezTo>
                <a:close/>
                <a:moveTo>
                  <a:pt x="69072" y="35727"/>
                </a:moveTo>
                <a:lnTo>
                  <a:pt x="69072" y="76217"/>
                </a:lnTo>
                <a:cubicBezTo>
                  <a:pt x="69072" y="78599"/>
                  <a:pt x="70263" y="80832"/>
                  <a:pt x="72257" y="82171"/>
                </a:cubicBezTo>
                <a:lnTo>
                  <a:pt x="100839" y="101226"/>
                </a:lnTo>
                <a:cubicBezTo>
                  <a:pt x="104114" y="103429"/>
                  <a:pt x="108550" y="102536"/>
                  <a:pt x="110753" y="99231"/>
                </a:cubicBezTo>
                <a:cubicBezTo>
                  <a:pt x="112956" y="95926"/>
                  <a:pt x="112063" y="91520"/>
                  <a:pt x="108758" y="89317"/>
                </a:cubicBezTo>
                <a:lnTo>
                  <a:pt x="83362" y="72406"/>
                </a:lnTo>
                <a:lnTo>
                  <a:pt x="83362" y="35727"/>
                </a:lnTo>
                <a:cubicBezTo>
                  <a:pt x="83362" y="31767"/>
                  <a:pt x="80177" y="28581"/>
                  <a:pt x="76217" y="28581"/>
                </a:cubicBezTo>
                <a:cubicBezTo>
                  <a:pt x="72257" y="28581"/>
                  <a:pt x="69072" y="31767"/>
                  <a:pt x="69072" y="35727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2" name="Text 80"/>
          <p:cNvSpPr/>
          <p:nvPr/>
        </p:nvSpPr>
        <p:spPr>
          <a:xfrm>
            <a:off x="8864765" y="8187885"/>
            <a:ext cx="3614864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DelayWithLiveTimer:</a:t>
            </a:r>
            <a:r>
              <a:rPr lang="en-US" sz="1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Green phases with timer display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55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905000"/>
            <a:ext cx="16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2489200"/>
            <a:ext cx="4914900" cy="5435600"/>
          </a:xfrm>
          <a:custGeom>
            <a:avLst/>
            <a:gdLst/>
            <a:ahLst/>
            <a:cxnLst/>
            <a:rect l="l" t="t" r="r" b="b"/>
            <a:pathLst>
              <a:path w="4914900" h="5435600">
                <a:moveTo>
                  <a:pt x="101591" y="0"/>
                </a:moveTo>
                <a:lnTo>
                  <a:pt x="4813309" y="0"/>
                </a:lnTo>
                <a:cubicBezTo>
                  <a:pt x="4869416" y="0"/>
                  <a:pt x="4914900" y="45484"/>
                  <a:pt x="4914900" y="101591"/>
                </a:cubicBezTo>
                <a:lnTo>
                  <a:pt x="4914900" y="5334009"/>
                </a:lnTo>
                <a:cubicBezTo>
                  <a:pt x="4914900" y="5390116"/>
                  <a:pt x="4869416" y="5435600"/>
                  <a:pt x="4813309" y="5435600"/>
                </a:cubicBezTo>
                <a:lnTo>
                  <a:pt x="101591" y="5435600"/>
                </a:lnTo>
                <a:cubicBezTo>
                  <a:pt x="45484" y="5435600"/>
                  <a:pt x="0" y="5390116"/>
                  <a:pt x="0" y="53340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1200" y="2692400"/>
            <a:ext cx="4508500" cy="660400"/>
          </a:xfrm>
          <a:custGeom>
            <a:avLst/>
            <a:gdLst/>
            <a:ahLst/>
            <a:cxnLst/>
            <a:rect l="l" t="t" r="r" b="b"/>
            <a:pathLst>
              <a:path w="4508500" h="660400">
                <a:moveTo>
                  <a:pt x="50798" y="0"/>
                </a:moveTo>
                <a:lnTo>
                  <a:pt x="4457702" y="0"/>
                </a:lnTo>
                <a:cubicBezTo>
                  <a:pt x="4485757" y="0"/>
                  <a:pt x="4508500" y="22743"/>
                  <a:pt x="4508500" y="50798"/>
                </a:cubicBezTo>
                <a:lnTo>
                  <a:pt x="4508500" y="609602"/>
                </a:lnTo>
                <a:cubicBezTo>
                  <a:pt x="4508500" y="637657"/>
                  <a:pt x="4485757" y="660400"/>
                  <a:pt x="44577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9" name="Text 7"/>
          <p:cNvSpPr/>
          <p:nvPr/>
        </p:nvSpPr>
        <p:spPr>
          <a:xfrm>
            <a:off x="654050" y="2692400"/>
            <a:ext cx="4622800" cy="660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68083" y="3454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84038" y="249337"/>
                </a:moveTo>
                <a:cubicBezTo>
                  <a:pt x="90239" y="255538"/>
                  <a:pt x="100310" y="255538"/>
                  <a:pt x="106511" y="249337"/>
                </a:cubicBezTo>
                <a:lnTo>
                  <a:pt x="185886" y="169962"/>
                </a:lnTo>
                <a:cubicBezTo>
                  <a:pt x="192087" y="163761"/>
                  <a:pt x="192087" y="153690"/>
                  <a:pt x="185886" y="147489"/>
                </a:cubicBezTo>
                <a:cubicBezTo>
                  <a:pt x="179685" y="141288"/>
                  <a:pt x="169614" y="141288"/>
                  <a:pt x="163413" y="147489"/>
                </a:cubicBezTo>
                <a:lnTo>
                  <a:pt x="111125" y="199777"/>
                </a:lnTo>
                <a:lnTo>
                  <a:pt x="111125" y="15875"/>
                </a:lnTo>
                <a:cubicBezTo>
                  <a:pt x="111125" y="7094"/>
                  <a:pt x="104031" y="0"/>
                  <a:pt x="95250" y="0"/>
                </a:cubicBezTo>
                <a:cubicBezTo>
                  <a:pt x="86469" y="0"/>
                  <a:pt x="79375" y="7094"/>
                  <a:pt x="79375" y="15875"/>
                </a:cubicBezTo>
                <a:lnTo>
                  <a:pt x="79375" y="199777"/>
                </a:lnTo>
                <a:lnTo>
                  <a:pt x="27087" y="147489"/>
                </a:lnTo>
                <a:cubicBezTo>
                  <a:pt x="20886" y="141287"/>
                  <a:pt x="10815" y="141287"/>
                  <a:pt x="4614" y="147489"/>
                </a:cubicBezTo>
                <a:cubicBezTo>
                  <a:pt x="-1588" y="153690"/>
                  <a:pt x="-1588" y="163761"/>
                  <a:pt x="4614" y="169962"/>
                </a:cubicBezTo>
                <a:lnTo>
                  <a:pt x="83989" y="249337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1" name="Shape 9"/>
          <p:cNvSpPr/>
          <p:nvPr/>
        </p:nvSpPr>
        <p:spPr>
          <a:xfrm>
            <a:off x="711200" y="3810000"/>
            <a:ext cx="4508500" cy="508000"/>
          </a:xfrm>
          <a:custGeom>
            <a:avLst/>
            <a:gdLst/>
            <a:ahLst/>
            <a:cxnLst/>
            <a:rect l="l" t="t" r="r" b="b"/>
            <a:pathLst>
              <a:path w="4508500" h="508000">
                <a:moveTo>
                  <a:pt x="50800" y="0"/>
                </a:moveTo>
                <a:lnTo>
                  <a:pt x="4457700" y="0"/>
                </a:lnTo>
                <a:cubicBezTo>
                  <a:pt x="4485737" y="0"/>
                  <a:pt x="4508500" y="22763"/>
                  <a:pt x="4508500" y="50800"/>
                </a:cubicBezTo>
                <a:lnTo>
                  <a:pt x="4508500" y="457200"/>
                </a:lnTo>
                <a:cubicBezTo>
                  <a:pt x="4508500" y="485237"/>
                  <a:pt x="4485737" y="508000"/>
                  <a:pt x="4457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0400" y="3810000"/>
            <a:ext cx="46101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04583" y="4419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D67B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6600" y="4775200"/>
            <a:ext cx="4483100" cy="762000"/>
          </a:xfrm>
          <a:custGeom>
            <a:avLst/>
            <a:gdLst/>
            <a:ahLst/>
            <a:cxnLst/>
            <a:rect l="l" t="t" r="r" b="b"/>
            <a:pathLst>
              <a:path w="4483100" h="762000">
                <a:moveTo>
                  <a:pt x="50800" y="0"/>
                </a:moveTo>
                <a:lnTo>
                  <a:pt x="4432297" y="0"/>
                </a:lnTo>
                <a:cubicBezTo>
                  <a:pt x="4460355" y="0"/>
                  <a:pt x="4483100" y="22745"/>
                  <a:pt x="4483100" y="50803"/>
                </a:cubicBezTo>
                <a:lnTo>
                  <a:pt x="4483100" y="711197"/>
                </a:lnTo>
                <a:cubicBezTo>
                  <a:pt x="4483100" y="739255"/>
                  <a:pt x="4460355" y="762000"/>
                  <a:pt x="4432297" y="762000"/>
                </a:cubicBez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6600" y="47752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5080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6" name="Text 14"/>
          <p:cNvSpPr/>
          <p:nvPr/>
        </p:nvSpPr>
        <p:spPr>
          <a:xfrm>
            <a:off x="812800" y="4876800"/>
            <a:ext cx="435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Loop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150" y="5181600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Cycle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04583" y="56388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D67B5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6600" y="5994400"/>
            <a:ext cx="4483100" cy="762000"/>
          </a:xfrm>
          <a:custGeom>
            <a:avLst/>
            <a:gdLst/>
            <a:ahLst/>
            <a:cxnLst/>
            <a:rect l="l" t="t" r="r" b="b"/>
            <a:pathLst>
              <a:path w="4483100" h="762000">
                <a:moveTo>
                  <a:pt x="50800" y="0"/>
                </a:moveTo>
                <a:lnTo>
                  <a:pt x="4432297" y="0"/>
                </a:lnTo>
                <a:cubicBezTo>
                  <a:pt x="4460355" y="0"/>
                  <a:pt x="4483100" y="22745"/>
                  <a:pt x="4483100" y="50803"/>
                </a:cubicBezTo>
                <a:lnTo>
                  <a:pt x="4483100" y="711197"/>
                </a:lnTo>
                <a:cubicBezTo>
                  <a:pt x="4483100" y="739255"/>
                  <a:pt x="4460355" y="762000"/>
                  <a:pt x="4432297" y="762000"/>
                </a:cubicBez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6600" y="59944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5080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1" name="Text 19"/>
          <p:cNvSpPr/>
          <p:nvPr/>
        </p:nvSpPr>
        <p:spPr>
          <a:xfrm>
            <a:off x="812800" y="6096000"/>
            <a:ext cx="435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A65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Modes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9150" y="6400800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1A1A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Keyboard Input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68083" y="6858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06462" y="8632"/>
                </a:moveTo>
                <a:cubicBezTo>
                  <a:pt x="100261" y="2431"/>
                  <a:pt x="90190" y="2431"/>
                  <a:pt x="83989" y="8632"/>
                </a:cubicBezTo>
                <a:lnTo>
                  <a:pt x="4614" y="88007"/>
                </a:lnTo>
                <a:cubicBezTo>
                  <a:pt x="-1587" y="94208"/>
                  <a:pt x="-1587" y="104279"/>
                  <a:pt x="4614" y="110480"/>
                </a:cubicBezTo>
                <a:cubicBezTo>
                  <a:pt x="10815" y="116681"/>
                  <a:pt x="20886" y="116681"/>
                  <a:pt x="27087" y="110480"/>
                </a:cubicBezTo>
                <a:lnTo>
                  <a:pt x="79375" y="58192"/>
                </a:lnTo>
                <a:lnTo>
                  <a:pt x="79375" y="242094"/>
                </a:lnTo>
                <a:cubicBezTo>
                  <a:pt x="79375" y="250875"/>
                  <a:pt x="86469" y="257969"/>
                  <a:pt x="95250" y="257969"/>
                </a:cubicBezTo>
                <a:cubicBezTo>
                  <a:pt x="104031" y="257969"/>
                  <a:pt x="111125" y="250875"/>
                  <a:pt x="111125" y="242094"/>
                </a:cubicBezTo>
                <a:lnTo>
                  <a:pt x="111125" y="58192"/>
                </a:lnTo>
                <a:lnTo>
                  <a:pt x="163413" y="110480"/>
                </a:lnTo>
                <a:cubicBezTo>
                  <a:pt x="169614" y="116681"/>
                  <a:pt x="179685" y="116681"/>
                  <a:pt x="185886" y="110480"/>
                </a:cubicBezTo>
                <a:cubicBezTo>
                  <a:pt x="192087" y="104279"/>
                  <a:pt x="192087" y="94208"/>
                  <a:pt x="185886" y="88007"/>
                </a:cubicBezTo>
                <a:lnTo>
                  <a:pt x="106511" y="8632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6600" y="7213600"/>
            <a:ext cx="4483100" cy="457200"/>
          </a:xfrm>
          <a:custGeom>
            <a:avLst/>
            <a:gdLst/>
            <a:ahLst/>
            <a:cxnLst/>
            <a:rect l="l" t="t" r="r" b="b"/>
            <a:pathLst>
              <a:path w="4483100" h="457200">
                <a:moveTo>
                  <a:pt x="50799" y="0"/>
                </a:moveTo>
                <a:lnTo>
                  <a:pt x="4432301" y="0"/>
                </a:lnTo>
                <a:cubicBezTo>
                  <a:pt x="4460356" y="0"/>
                  <a:pt x="4483100" y="22744"/>
                  <a:pt x="4483100" y="50799"/>
                </a:cubicBezTo>
                <a:lnTo>
                  <a:pt x="4483100" y="406401"/>
                </a:lnTo>
                <a:cubicBezTo>
                  <a:pt x="4483100" y="434456"/>
                  <a:pt x="4460356" y="457200"/>
                  <a:pt x="4432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00" y="72136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5080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50800" y="457200"/>
                </a:lnTo>
                <a:cubicBezTo>
                  <a:pt x="22763" y="457200"/>
                  <a:pt x="0" y="434437"/>
                  <a:pt x="0" y="40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819150" y="7315200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Emergency/Night Loop (if active)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72667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5850467" y="1955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5719"/>
                </a:moveTo>
                <a:cubicBezTo>
                  <a:pt x="0" y="29170"/>
                  <a:pt x="5308" y="23812"/>
                  <a:pt x="11906" y="23812"/>
                </a:cubicBezTo>
                <a:lnTo>
                  <a:pt x="35719" y="23812"/>
                </a:lnTo>
                <a:cubicBezTo>
                  <a:pt x="42317" y="23812"/>
                  <a:pt x="47625" y="29121"/>
                  <a:pt x="47625" y="35719"/>
                </a:cubicBezTo>
                <a:lnTo>
                  <a:pt x="47625" y="87313"/>
                </a:lnTo>
                <a:lnTo>
                  <a:pt x="59531" y="87313"/>
                </a:lnTo>
                <a:cubicBezTo>
                  <a:pt x="66129" y="87313"/>
                  <a:pt x="71438" y="92621"/>
                  <a:pt x="71438" y="99219"/>
                </a:cubicBezTo>
                <a:cubicBezTo>
                  <a:pt x="71438" y="105817"/>
                  <a:pt x="66129" y="111125"/>
                  <a:pt x="59531" y="111125"/>
                </a:cubicBezTo>
                <a:lnTo>
                  <a:pt x="11906" y="111125"/>
                </a:lnTo>
                <a:cubicBezTo>
                  <a:pt x="5308" y="111125"/>
                  <a:pt x="0" y="105817"/>
                  <a:pt x="0" y="99219"/>
                </a:cubicBezTo>
                <a:cubicBezTo>
                  <a:pt x="0" y="92621"/>
                  <a:pt x="5308" y="87313"/>
                  <a:pt x="11906" y="87313"/>
                </a:cubicBezTo>
                <a:lnTo>
                  <a:pt x="23812" y="87313"/>
                </a:lnTo>
                <a:lnTo>
                  <a:pt x="23812" y="47625"/>
                </a:lnTo>
                <a:lnTo>
                  <a:pt x="11906" y="47625"/>
                </a:lnTo>
                <a:cubicBezTo>
                  <a:pt x="5308" y="47625"/>
                  <a:pt x="0" y="42317"/>
                  <a:pt x="0" y="35719"/>
                </a:cubicBezTo>
                <a:close/>
                <a:moveTo>
                  <a:pt x="15081" y="149423"/>
                </a:moveTo>
                <a:cubicBezTo>
                  <a:pt x="20737" y="145157"/>
                  <a:pt x="27632" y="142875"/>
                  <a:pt x="34727" y="142875"/>
                </a:cubicBezTo>
                <a:lnTo>
                  <a:pt x="37157" y="142875"/>
                </a:lnTo>
                <a:cubicBezTo>
                  <a:pt x="53876" y="142875"/>
                  <a:pt x="67469" y="156468"/>
                  <a:pt x="67469" y="173186"/>
                </a:cubicBezTo>
                <a:cubicBezTo>
                  <a:pt x="67469" y="182910"/>
                  <a:pt x="62805" y="191988"/>
                  <a:pt x="54967" y="197693"/>
                </a:cubicBezTo>
                <a:lnTo>
                  <a:pt x="43061" y="206375"/>
                </a:lnTo>
                <a:lnTo>
                  <a:pt x="59531" y="206375"/>
                </a:lnTo>
                <a:cubicBezTo>
                  <a:pt x="66129" y="206375"/>
                  <a:pt x="71438" y="211683"/>
                  <a:pt x="71438" y="218281"/>
                </a:cubicBezTo>
                <a:cubicBezTo>
                  <a:pt x="71438" y="224879"/>
                  <a:pt x="66129" y="230188"/>
                  <a:pt x="59531" y="230188"/>
                </a:cubicBezTo>
                <a:lnTo>
                  <a:pt x="14536" y="230188"/>
                </a:lnTo>
                <a:cubicBezTo>
                  <a:pt x="6499" y="230188"/>
                  <a:pt x="0" y="223689"/>
                  <a:pt x="0" y="215652"/>
                </a:cubicBezTo>
                <a:cubicBezTo>
                  <a:pt x="0" y="210989"/>
                  <a:pt x="2232" y="206623"/>
                  <a:pt x="6003" y="203895"/>
                </a:cubicBezTo>
                <a:lnTo>
                  <a:pt x="40977" y="178445"/>
                </a:lnTo>
                <a:cubicBezTo>
                  <a:pt x="42664" y="177205"/>
                  <a:pt x="43656" y="175270"/>
                  <a:pt x="43656" y="173186"/>
                </a:cubicBezTo>
                <a:cubicBezTo>
                  <a:pt x="43656" y="169614"/>
                  <a:pt x="40729" y="166687"/>
                  <a:pt x="37157" y="166687"/>
                </a:cubicBezTo>
                <a:lnTo>
                  <a:pt x="34727" y="166688"/>
                </a:lnTo>
                <a:cubicBezTo>
                  <a:pt x="32792" y="166688"/>
                  <a:pt x="30907" y="167332"/>
                  <a:pt x="29369" y="168473"/>
                </a:cubicBezTo>
                <a:lnTo>
                  <a:pt x="19050" y="176213"/>
                </a:lnTo>
                <a:cubicBezTo>
                  <a:pt x="13791" y="180181"/>
                  <a:pt x="6350" y="179090"/>
                  <a:pt x="2381" y="173831"/>
                </a:cubicBezTo>
                <a:cubicBezTo>
                  <a:pt x="-1588" y="168573"/>
                  <a:pt x="-496" y="161131"/>
                  <a:pt x="4763" y="157163"/>
                </a:cubicBezTo>
                <a:lnTo>
                  <a:pt x="15081" y="149423"/>
                </a:lnTo>
                <a:close/>
                <a:moveTo>
                  <a:pt x="111125" y="31750"/>
                </a:move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11125" y="63500"/>
                </a:lnTo>
                <a:cubicBezTo>
                  <a:pt x="102344" y="63500"/>
                  <a:pt x="95250" y="56406"/>
                  <a:pt x="95250" y="47625"/>
                </a:cubicBezTo>
                <a:cubicBezTo>
                  <a:pt x="95250" y="38844"/>
                  <a:pt x="102344" y="31750"/>
                  <a:pt x="111125" y="31750"/>
                </a:cubicBezTo>
                <a:close/>
                <a:moveTo>
                  <a:pt x="111125" y="111125"/>
                </a:move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11125" y="142875"/>
                </a:lnTo>
                <a:cubicBezTo>
                  <a:pt x="102344" y="142875"/>
                  <a:pt x="95250" y="135781"/>
                  <a:pt x="95250" y="127000"/>
                </a:cubicBezTo>
                <a:cubicBezTo>
                  <a:pt x="95250" y="118219"/>
                  <a:pt x="102344" y="111125"/>
                  <a:pt x="111125" y="111125"/>
                </a:cubicBezTo>
                <a:close/>
                <a:moveTo>
                  <a:pt x="111125" y="190500"/>
                </a:move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111125" y="222250"/>
                </a:lnTo>
                <a:cubicBezTo>
                  <a:pt x="102344" y="222250"/>
                  <a:pt x="95250" y="215156"/>
                  <a:pt x="95250" y="206375"/>
                </a:cubicBezTo>
                <a:cubicBezTo>
                  <a:pt x="95250" y="197594"/>
                  <a:pt x="102344" y="190500"/>
                  <a:pt x="111125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34667" y="1905000"/>
            <a:ext cx="198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Sequence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72667" y="2489200"/>
            <a:ext cx="4914900" cy="5435600"/>
          </a:xfrm>
          <a:custGeom>
            <a:avLst/>
            <a:gdLst/>
            <a:ahLst/>
            <a:cxnLst/>
            <a:rect l="l" t="t" r="r" b="b"/>
            <a:pathLst>
              <a:path w="4914900" h="5435600">
                <a:moveTo>
                  <a:pt x="101591" y="0"/>
                </a:moveTo>
                <a:lnTo>
                  <a:pt x="4813309" y="0"/>
                </a:lnTo>
                <a:cubicBezTo>
                  <a:pt x="4869416" y="0"/>
                  <a:pt x="4914900" y="45484"/>
                  <a:pt x="4914900" y="101591"/>
                </a:cubicBezTo>
                <a:lnTo>
                  <a:pt x="4914900" y="5334009"/>
                </a:lnTo>
                <a:cubicBezTo>
                  <a:pt x="4914900" y="5390116"/>
                  <a:pt x="4869416" y="5435600"/>
                  <a:pt x="4813309" y="5435600"/>
                </a:cubicBezTo>
                <a:lnTo>
                  <a:pt x="101591" y="5435600"/>
                </a:lnTo>
                <a:cubicBezTo>
                  <a:pt x="45484" y="5435600"/>
                  <a:pt x="0" y="5390116"/>
                  <a:pt x="0" y="53340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75867" y="269240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19-Second Complete Cycle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75867" y="3149600"/>
            <a:ext cx="4508500" cy="762000"/>
          </a:xfrm>
          <a:custGeom>
            <a:avLst/>
            <a:gdLst/>
            <a:ahLst/>
            <a:cxnLst/>
            <a:rect l="l" t="t" r="r" b="b"/>
            <a:pathLst>
              <a:path w="4508500" h="762000">
                <a:moveTo>
                  <a:pt x="50803" y="0"/>
                </a:moveTo>
                <a:lnTo>
                  <a:pt x="4457697" y="0"/>
                </a:lnTo>
                <a:cubicBezTo>
                  <a:pt x="4485755" y="0"/>
                  <a:pt x="4508500" y="22745"/>
                  <a:pt x="4508500" y="50803"/>
                </a:cubicBezTo>
                <a:lnTo>
                  <a:pt x="4508500" y="711197"/>
                </a:lnTo>
                <a:cubicBezTo>
                  <a:pt x="4508500" y="739255"/>
                  <a:pt x="4485755" y="762000"/>
                  <a:pt x="4457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Text 31"/>
          <p:cNvSpPr/>
          <p:nvPr/>
        </p:nvSpPr>
        <p:spPr>
          <a:xfrm>
            <a:off x="5977467" y="32512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0: All Red (0-5s)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77467" y="35560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NS: Red | EW: Red | Pedestrians: ALL CROSS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75867" y="3987800"/>
            <a:ext cx="4508500" cy="762000"/>
          </a:xfrm>
          <a:custGeom>
            <a:avLst/>
            <a:gdLst/>
            <a:ahLst/>
            <a:cxnLst/>
            <a:rect l="l" t="t" r="r" b="b"/>
            <a:pathLst>
              <a:path w="4508500" h="762000">
                <a:moveTo>
                  <a:pt x="50803" y="0"/>
                </a:moveTo>
                <a:lnTo>
                  <a:pt x="4457697" y="0"/>
                </a:lnTo>
                <a:cubicBezTo>
                  <a:pt x="4485755" y="0"/>
                  <a:pt x="4508500" y="22745"/>
                  <a:pt x="4508500" y="50803"/>
                </a:cubicBezTo>
                <a:lnTo>
                  <a:pt x="4508500" y="711197"/>
                </a:lnTo>
                <a:cubicBezTo>
                  <a:pt x="4508500" y="739255"/>
                  <a:pt x="4485755" y="762000"/>
                  <a:pt x="4457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6" name="Text 34"/>
          <p:cNvSpPr/>
          <p:nvPr/>
        </p:nvSpPr>
        <p:spPr>
          <a:xfrm>
            <a:off x="5977467" y="40894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 NS Green (5-10s)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77467" y="43942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NS: Green | EW: Red | Pedestrians: NS CROSS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75867" y="4826000"/>
            <a:ext cx="4508500" cy="762000"/>
          </a:xfrm>
          <a:custGeom>
            <a:avLst/>
            <a:gdLst/>
            <a:ahLst/>
            <a:cxnLst/>
            <a:rect l="l" t="t" r="r" b="b"/>
            <a:pathLst>
              <a:path w="4508500" h="762000">
                <a:moveTo>
                  <a:pt x="50803" y="0"/>
                </a:moveTo>
                <a:lnTo>
                  <a:pt x="4457697" y="0"/>
                </a:lnTo>
                <a:cubicBezTo>
                  <a:pt x="4485755" y="0"/>
                  <a:pt x="4508500" y="22745"/>
                  <a:pt x="4508500" y="50803"/>
                </a:cubicBezTo>
                <a:lnTo>
                  <a:pt x="4508500" y="711197"/>
                </a:lnTo>
                <a:cubicBezTo>
                  <a:pt x="4508500" y="739255"/>
                  <a:pt x="4485755" y="762000"/>
                  <a:pt x="4457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9" name="Text 37"/>
          <p:cNvSpPr/>
          <p:nvPr/>
        </p:nvSpPr>
        <p:spPr>
          <a:xfrm>
            <a:off x="5977467" y="49276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 All Yellow (10-12s)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77467" y="52324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NS: Yellow | EW: Yellow | Pedestrians: PREPARE STOP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75867" y="5664200"/>
            <a:ext cx="4508500" cy="762000"/>
          </a:xfrm>
          <a:custGeom>
            <a:avLst/>
            <a:gdLst/>
            <a:ahLst/>
            <a:cxnLst/>
            <a:rect l="l" t="t" r="r" b="b"/>
            <a:pathLst>
              <a:path w="4508500" h="762000">
                <a:moveTo>
                  <a:pt x="50803" y="0"/>
                </a:moveTo>
                <a:lnTo>
                  <a:pt x="4457697" y="0"/>
                </a:lnTo>
                <a:cubicBezTo>
                  <a:pt x="4485755" y="0"/>
                  <a:pt x="4508500" y="22745"/>
                  <a:pt x="4508500" y="50803"/>
                </a:cubicBezTo>
                <a:lnTo>
                  <a:pt x="4508500" y="711197"/>
                </a:lnTo>
                <a:cubicBezTo>
                  <a:pt x="4508500" y="739255"/>
                  <a:pt x="4485755" y="762000"/>
                  <a:pt x="4457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2" name="Text 40"/>
          <p:cNvSpPr/>
          <p:nvPr/>
        </p:nvSpPr>
        <p:spPr>
          <a:xfrm>
            <a:off x="5977467" y="57658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3: EW Green (12-17s)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77467" y="60706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NS: Red | EW: Green | Pedestrians: EW CROSS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875867" y="6502400"/>
            <a:ext cx="4508500" cy="762000"/>
          </a:xfrm>
          <a:custGeom>
            <a:avLst/>
            <a:gdLst/>
            <a:ahLst/>
            <a:cxnLst/>
            <a:rect l="l" t="t" r="r" b="b"/>
            <a:pathLst>
              <a:path w="4508500" h="762000">
                <a:moveTo>
                  <a:pt x="50803" y="0"/>
                </a:moveTo>
                <a:lnTo>
                  <a:pt x="4457697" y="0"/>
                </a:lnTo>
                <a:cubicBezTo>
                  <a:pt x="4485755" y="0"/>
                  <a:pt x="4508500" y="22745"/>
                  <a:pt x="4508500" y="50803"/>
                </a:cubicBezTo>
                <a:lnTo>
                  <a:pt x="4508500" y="711197"/>
                </a:lnTo>
                <a:cubicBezTo>
                  <a:pt x="4508500" y="739255"/>
                  <a:pt x="4485755" y="762000"/>
                  <a:pt x="44576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5" name="Text 43"/>
          <p:cNvSpPr/>
          <p:nvPr/>
        </p:nvSpPr>
        <p:spPr>
          <a:xfrm>
            <a:off x="5977467" y="66040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4: All Yellow (17-19s)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77467" y="6908800"/>
            <a:ext cx="439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NS: Yellow | EW: Yellow | Pedestrians: PREPARE WALK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837334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8" name="Shape 46"/>
          <p:cNvSpPr/>
          <p:nvPr/>
        </p:nvSpPr>
        <p:spPr>
          <a:xfrm>
            <a:off x="11031009" y="1955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1599334" y="1905000"/>
            <a:ext cx="187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Structures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37334" y="2489200"/>
            <a:ext cx="4914900" cy="5435600"/>
          </a:xfrm>
          <a:custGeom>
            <a:avLst/>
            <a:gdLst/>
            <a:ahLst/>
            <a:cxnLst/>
            <a:rect l="l" t="t" r="r" b="b"/>
            <a:pathLst>
              <a:path w="4914900" h="5435600">
                <a:moveTo>
                  <a:pt x="101591" y="0"/>
                </a:moveTo>
                <a:lnTo>
                  <a:pt x="4813309" y="0"/>
                </a:lnTo>
                <a:cubicBezTo>
                  <a:pt x="4869416" y="0"/>
                  <a:pt x="4914900" y="45484"/>
                  <a:pt x="4914900" y="101591"/>
                </a:cubicBezTo>
                <a:lnTo>
                  <a:pt x="4914900" y="5334009"/>
                </a:lnTo>
                <a:cubicBezTo>
                  <a:pt x="4914900" y="5390116"/>
                  <a:pt x="4869416" y="5435600"/>
                  <a:pt x="4813309" y="5435600"/>
                </a:cubicBezTo>
                <a:lnTo>
                  <a:pt x="101591" y="5435600"/>
                </a:lnTo>
                <a:cubicBezTo>
                  <a:pt x="45484" y="5435600"/>
                  <a:pt x="0" y="5390116"/>
                  <a:pt x="0" y="533400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1065934" y="2692400"/>
            <a:ext cx="4483100" cy="1574800"/>
          </a:xfrm>
          <a:custGeom>
            <a:avLst/>
            <a:gdLst/>
            <a:ahLst/>
            <a:cxnLst/>
            <a:rect l="l" t="t" r="r" b="b"/>
            <a:pathLst>
              <a:path w="4483100" h="1574800">
                <a:moveTo>
                  <a:pt x="50800" y="0"/>
                </a:moveTo>
                <a:lnTo>
                  <a:pt x="4432297" y="0"/>
                </a:lnTo>
                <a:cubicBezTo>
                  <a:pt x="4460355" y="0"/>
                  <a:pt x="4483100" y="22745"/>
                  <a:pt x="4483100" y="50803"/>
                </a:cubicBezTo>
                <a:lnTo>
                  <a:pt x="4483100" y="1523997"/>
                </a:lnTo>
                <a:cubicBezTo>
                  <a:pt x="4483100" y="1552055"/>
                  <a:pt x="4460355" y="1574800"/>
                  <a:pt x="4432297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065934" y="26924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3" name="Text 51"/>
          <p:cNvSpPr/>
          <p:nvPr/>
        </p:nvSpPr>
        <p:spPr>
          <a:xfrm>
            <a:off x="11243734" y="2844800"/>
            <a:ext cx="425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Flags (DB)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43734" y="32512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emergency_mode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43734" y="35560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night_mode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43734" y="38608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rush_hour_mode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65934" y="4419600"/>
            <a:ext cx="4483100" cy="1574800"/>
          </a:xfrm>
          <a:custGeom>
            <a:avLst/>
            <a:gdLst/>
            <a:ahLst/>
            <a:cxnLst/>
            <a:rect l="l" t="t" r="r" b="b"/>
            <a:pathLst>
              <a:path w="4483100" h="1574800">
                <a:moveTo>
                  <a:pt x="50800" y="0"/>
                </a:moveTo>
                <a:lnTo>
                  <a:pt x="4432297" y="0"/>
                </a:lnTo>
                <a:cubicBezTo>
                  <a:pt x="4460355" y="0"/>
                  <a:pt x="4483100" y="22745"/>
                  <a:pt x="4483100" y="50803"/>
                </a:cubicBezTo>
                <a:lnTo>
                  <a:pt x="4483100" y="1523997"/>
                </a:lnTo>
                <a:cubicBezTo>
                  <a:pt x="4483100" y="1552055"/>
                  <a:pt x="4460355" y="1574800"/>
                  <a:pt x="4432297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065934" y="44196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59" name="Text 57"/>
          <p:cNvSpPr/>
          <p:nvPr/>
        </p:nvSpPr>
        <p:spPr>
          <a:xfrm>
            <a:off x="11243734" y="4572000"/>
            <a:ext cx="425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Timers &amp; Counters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243734" y="49784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ns_timer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0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43734" y="52832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ew_timer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243734" y="55880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cycle_counter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DW 0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065934" y="6146800"/>
            <a:ext cx="4483100" cy="1574800"/>
          </a:xfrm>
          <a:custGeom>
            <a:avLst/>
            <a:gdLst/>
            <a:ahLst/>
            <a:cxnLst/>
            <a:rect l="l" t="t" r="r" b="b"/>
            <a:pathLst>
              <a:path w="4483100" h="1574800">
                <a:moveTo>
                  <a:pt x="50800" y="0"/>
                </a:moveTo>
                <a:lnTo>
                  <a:pt x="4432297" y="0"/>
                </a:lnTo>
                <a:cubicBezTo>
                  <a:pt x="4460355" y="0"/>
                  <a:pt x="4483100" y="22745"/>
                  <a:pt x="4483100" y="50803"/>
                </a:cubicBezTo>
                <a:lnTo>
                  <a:pt x="4483100" y="1523997"/>
                </a:lnTo>
                <a:cubicBezTo>
                  <a:pt x="4483100" y="1552055"/>
                  <a:pt x="4460355" y="1574800"/>
                  <a:pt x="4432297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065934" y="61468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65" name="Text 63"/>
          <p:cNvSpPr/>
          <p:nvPr/>
        </p:nvSpPr>
        <p:spPr>
          <a:xfrm>
            <a:off x="11243734" y="6299200"/>
            <a:ext cx="425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Timing Configuration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243734" y="67056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ns_green_time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5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243734" y="70104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ew_green_time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5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243734" y="7315200"/>
            <a:ext cx="424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yellow_time</a:t>
            </a:r>
            <a:r>
              <a:rPr lang="en-US" sz="1400" dirty="0">
                <a:solidFill>
                  <a:srgbClr val="2D2D2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DB 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902" y="488902"/>
            <a:ext cx="1537597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kern="0" spc="77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8902" y="880024"/>
            <a:ext cx="15571537" cy="58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2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Controls &amp; Interface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8902" y="1760048"/>
            <a:ext cx="586683" cy="586683"/>
          </a:xfrm>
          <a:custGeom>
            <a:avLst/>
            <a:gdLst/>
            <a:ahLst/>
            <a:cxnLst/>
            <a:rect l="l" t="t" r="r" b="b"/>
            <a:pathLst>
              <a:path w="586683" h="586683">
                <a:moveTo>
                  <a:pt x="293341" y="0"/>
                </a:moveTo>
                <a:lnTo>
                  <a:pt x="293341" y="0"/>
                </a:lnTo>
                <a:cubicBezTo>
                  <a:pt x="455241" y="0"/>
                  <a:pt x="586683" y="131442"/>
                  <a:pt x="586683" y="293341"/>
                </a:cubicBezTo>
                <a:lnTo>
                  <a:pt x="586683" y="293341"/>
                </a:lnTo>
                <a:cubicBezTo>
                  <a:pt x="586683" y="455241"/>
                  <a:pt x="455241" y="586683"/>
                  <a:pt x="293341" y="586683"/>
                </a:cubicBezTo>
                <a:lnTo>
                  <a:pt x="293341" y="586683"/>
                </a:lnTo>
                <a:cubicBezTo>
                  <a:pt x="131442" y="586683"/>
                  <a:pt x="0" y="455241"/>
                  <a:pt x="0" y="293341"/>
                </a:cubicBezTo>
                <a:lnTo>
                  <a:pt x="0" y="293341"/>
                </a:lnTo>
                <a:cubicBezTo>
                  <a:pt x="0" y="131442"/>
                  <a:pt x="131442" y="0"/>
                  <a:pt x="293341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" name="Shape 3"/>
          <p:cNvSpPr/>
          <p:nvPr/>
        </p:nvSpPr>
        <p:spPr>
          <a:xfrm>
            <a:off x="644740" y="1931164"/>
            <a:ext cx="275008" cy="244451"/>
          </a:xfrm>
          <a:custGeom>
            <a:avLst/>
            <a:gdLst/>
            <a:ahLst/>
            <a:cxnLst/>
            <a:rect l="l" t="t" r="r" b="b"/>
            <a:pathLst>
              <a:path w="275008" h="244451">
                <a:moveTo>
                  <a:pt x="30556" y="30556"/>
                </a:moveTo>
                <a:cubicBezTo>
                  <a:pt x="13703" y="30556"/>
                  <a:pt x="0" y="44259"/>
                  <a:pt x="0" y="61113"/>
                </a:cubicBezTo>
                <a:lnTo>
                  <a:pt x="0" y="183338"/>
                </a:lnTo>
                <a:cubicBezTo>
                  <a:pt x="0" y="200192"/>
                  <a:pt x="13703" y="213895"/>
                  <a:pt x="30556" y="213895"/>
                </a:cubicBezTo>
                <a:lnTo>
                  <a:pt x="244451" y="213895"/>
                </a:lnTo>
                <a:cubicBezTo>
                  <a:pt x="261305" y="213895"/>
                  <a:pt x="275008" y="200192"/>
                  <a:pt x="275008" y="183338"/>
                </a:cubicBezTo>
                <a:lnTo>
                  <a:pt x="275008" y="61113"/>
                </a:lnTo>
                <a:cubicBezTo>
                  <a:pt x="275008" y="44259"/>
                  <a:pt x="261305" y="30556"/>
                  <a:pt x="244451" y="30556"/>
                </a:cubicBezTo>
                <a:lnTo>
                  <a:pt x="30556" y="30556"/>
                </a:lnTo>
                <a:close/>
                <a:moveTo>
                  <a:pt x="38195" y="61113"/>
                </a:moveTo>
                <a:lnTo>
                  <a:pt x="53474" y="61113"/>
                </a:lnTo>
                <a:cubicBezTo>
                  <a:pt x="57675" y="61113"/>
                  <a:pt x="61113" y="64550"/>
                  <a:pt x="61113" y="68752"/>
                </a:cubicBezTo>
                <a:lnTo>
                  <a:pt x="61113" y="84030"/>
                </a:lnTo>
                <a:cubicBezTo>
                  <a:pt x="61113" y="88232"/>
                  <a:pt x="57675" y="91669"/>
                  <a:pt x="53474" y="91669"/>
                </a:cubicBezTo>
                <a:lnTo>
                  <a:pt x="38195" y="91669"/>
                </a:lnTo>
                <a:cubicBezTo>
                  <a:pt x="33994" y="91669"/>
                  <a:pt x="30556" y="88232"/>
                  <a:pt x="30556" y="84030"/>
                </a:cubicBezTo>
                <a:lnTo>
                  <a:pt x="30556" y="68752"/>
                </a:lnTo>
                <a:cubicBezTo>
                  <a:pt x="30556" y="64550"/>
                  <a:pt x="33994" y="61113"/>
                  <a:pt x="38195" y="61113"/>
                </a:cubicBezTo>
                <a:close/>
                <a:moveTo>
                  <a:pt x="30556" y="114586"/>
                </a:moveTo>
                <a:cubicBezTo>
                  <a:pt x="30556" y="110385"/>
                  <a:pt x="33994" y="106947"/>
                  <a:pt x="38195" y="106947"/>
                </a:cubicBezTo>
                <a:lnTo>
                  <a:pt x="53474" y="106947"/>
                </a:lnTo>
                <a:cubicBezTo>
                  <a:pt x="57675" y="106947"/>
                  <a:pt x="61113" y="110385"/>
                  <a:pt x="61113" y="114586"/>
                </a:cubicBezTo>
                <a:lnTo>
                  <a:pt x="61113" y="129865"/>
                </a:lnTo>
                <a:cubicBezTo>
                  <a:pt x="61113" y="134066"/>
                  <a:pt x="57675" y="137504"/>
                  <a:pt x="53474" y="137504"/>
                </a:cubicBezTo>
                <a:lnTo>
                  <a:pt x="38195" y="137504"/>
                </a:lnTo>
                <a:cubicBezTo>
                  <a:pt x="33994" y="137504"/>
                  <a:pt x="30556" y="134066"/>
                  <a:pt x="30556" y="129865"/>
                </a:cubicBezTo>
                <a:lnTo>
                  <a:pt x="30556" y="114586"/>
                </a:lnTo>
                <a:close/>
                <a:moveTo>
                  <a:pt x="84030" y="61113"/>
                </a:moveTo>
                <a:lnTo>
                  <a:pt x="99308" y="61113"/>
                </a:lnTo>
                <a:cubicBezTo>
                  <a:pt x="103510" y="61113"/>
                  <a:pt x="106947" y="64550"/>
                  <a:pt x="106947" y="68752"/>
                </a:cubicBezTo>
                <a:lnTo>
                  <a:pt x="106947" y="84030"/>
                </a:lnTo>
                <a:cubicBezTo>
                  <a:pt x="106947" y="88232"/>
                  <a:pt x="103510" y="91669"/>
                  <a:pt x="99308" y="91669"/>
                </a:cubicBezTo>
                <a:lnTo>
                  <a:pt x="84030" y="91669"/>
                </a:lnTo>
                <a:cubicBezTo>
                  <a:pt x="79829" y="91669"/>
                  <a:pt x="76391" y="88232"/>
                  <a:pt x="76391" y="84030"/>
                </a:cubicBezTo>
                <a:lnTo>
                  <a:pt x="76391" y="68752"/>
                </a:lnTo>
                <a:cubicBezTo>
                  <a:pt x="76391" y="64550"/>
                  <a:pt x="79829" y="61113"/>
                  <a:pt x="84030" y="61113"/>
                </a:cubicBezTo>
                <a:close/>
                <a:moveTo>
                  <a:pt x="76391" y="114586"/>
                </a:moveTo>
                <a:cubicBezTo>
                  <a:pt x="76391" y="110385"/>
                  <a:pt x="79829" y="106947"/>
                  <a:pt x="84030" y="106947"/>
                </a:cubicBezTo>
                <a:lnTo>
                  <a:pt x="99308" y="106947"/>
                </a:lnTo>
                <a:cubicBezTo>
                  <a:pt x="103510" y="106947"/>
                  <a:pt x="106947" y="110385"/>
                  <a:pt x="106947" y="114586"/>
                </a:cubicBezTo>
                <a:lnTo>
                  <a:pt x="106947" y="129865"/>
                </a:lnTo>
                <a:cubicBezTo>
                  <a:pt x="106947" y="134066"/>
                  <a:pt x="103510" y="137504"/>
                  <a:pt x="99308" y="137504"/>
                </a:cubicBezTo>
                <a:lnTo>
                  <a:pt x="84030" y="137504"/>
                </a:lnTo>
                <a:cubicBezTo>
                  <a:pt x="79829" y="137504"/>
                  <a:pt x="76391" y="134066"/>
                  <a:pt x="76391" y="129865"/>
                </a:cubicBezTo>
                <a:lnTo>
                  <a:pt x="76391" y="114586"/>
                </a:lnTo>
                <a:close/>
                <a:moveTo>
                  <a:pt x="84030" y="152782"/>
                </a:moveTo>
                <a:lnTo>
                  <a:pt x="190977" y="152782"/>
                </a:lnTo>
                <a:cubicBezTo>
                  <a:pt x="195179" y="152782"/>
                  <a:pt x="198617" y="156220"/>
                  <a:pt x="198617" y="160421"/>
                </a:cubicBezTo>
                <a:lnTo>
                  <a:pt x="198617" y="175699"/>
                </a:lnTo>
                <a:cubicBezTo>
                  <a:pt x="198617" y="179901"/>
                  <a:pt x="195179" y="183338"/>
                  <a:pt x="190977" y="183338"/>
                </a:cubicBezTo>
                <a:lnTo>
                  <a:pt x="84030" y="183338"/>
                </a:lnTo>
                <a:cubicBezTo>
                  <a:pt x="79829" y="183338"/>
                  <a:pt x="76391" y="179901"/>
                  <a:pt x="76391" y="175699"/>
                </a:cubicBezTo>
                <a:lnTo>
                  <a:pt x="76391" y="160421"/>
                </a:lnTo>
                <a:cubicBezTo>
                  <a:pt x="76391" y="156220"/>
                  <a:pt x="79829" y="152782"/>
                  <a:pt x="84030" y="152782"/>
                </a:cubicBezTo>
                <a:close/>
                <a:moveTo>
                  <a:pt x="122226" y="68752"/>
                </a:moveTo>
                <a:cubicBezTo>
                  <a:pt x="122226" y="64550"/>
                  <a:pt x="125663" y="61113"/>
                  <a:pt x="129865" y="61113"/>
                </a:cubicBezTo>
                <a:lnTo>
                  <a:pt x="145143" y="61113"/>
                </a:lnTo>
                <a:cubicBezTo>
                  <a:pt x="149344" y="61113"/>
                  <a:pt x="152782" y="64550"/>
                  <a:pt x="152782" y="68752"/>
                </a:cubicBezTo>
                <a:lnTo>
                  <a:pt x="152782" y="84030"/>
                </a:lnTo>
                <a:cubicBezTo>
                  <a:pt x="152782" y="88232"/>
                  <a:pt x="149344" y="91669"/>
                  <a:pt x="145143" y="91669"/>
                </a:cubicBezTo>
                <a:lnTo>
                  <a:pt x="129865" y="91669"/>
                </a:lnTo>
                <a:cubicBezTo>
                  <a:pt x="125663" y="91669"/>
                  <a:pt x="122226" y="88232"/>
                  <a:pt x="122226" y="84030"/>
                </a:cubicBezTo>
                <a:lnTo>
                  <a:pt x="122226" y="68752"/>
                </a:lnTo>
                <a:close/>
                <a:moveTo>
                  <a:pt x="129865" y="106947"/>
                </a:moveTo>
                <a:lnTo>
                  <a:pt x="145143" y="106947"/>
                </a:lnTo>
                <a:cubicBezTo>
                  <a:pt x="149344" y="106947"/>
                  <a:pt x="152782" y="110385"/>
                  <a:pt x="152782" y="114586"/>
                </a:cubicBezTo>
                <a:lnTo>
                  <a:pt x="152782" y="129865"/>
                </a:lnTo>
                <a:cubicBezTo>
                  <a:pt x="152782" y="134066"/>
                  <a:pt x="149344" y="137504"/>
                  <a:pt x="145143" y="137504"/>
                </a:cubicBezTo>
                <a:lnTo>
                  <a:pt x="129865" y="137504"/>
                </a:lnTo>
                <a:cubicBezTo>
                  <a:pt x="125663" y="137504"/>
                  <a:pt x="122226" y="134066"/>
                  <a:pt x="122226" y="129865"/>
                </a:cubicBezTo>
                <a:lnTo>
                  <a:pt x="122226" y="114586"/>
                </a:lnTo>
                <a:cubicBezTo>
                  <a:pt x="122226" y="110385"/>
                  <a:pt x="125663" y="106947"/>
                  <a:pt x="129865" y="106947"/>
                </a:cubicBezTo>
                <a:close/>
                <a:moveTo>
                  <a:pt x="168060" y="68752"/>
                </a:moveTo>
                <a:cubicBezTo>
                  <a:pt x="168060" y="64550"/>
                  <a:pt x="171498" y="61113"/>
                  <a:pt x="175699" y="61113"/>
                </a:cubicBezTo>
                <a:lnTo>
                  <a:pt x="190977" y="61113"/>
                </a:lnTo>
                <a:cubicBezTo>
                  <a:pt x="195179" y="61113"/>
                  <a:pt x="198617" y="64550"/>
                  <a:pt x="198617" y="68752"/>
                </a:cubicBezTo>
                <a:lnTo>
                  <a:pt x="198617" y="84030"/>
                </a:lnTo>
                <a:cubicBezTo>
                  <a:pt x="198617" y="88232"/>
                  <a:pt x="195179" y="91669"/>
                  <a:pt x="190977" y="91669"/>
                </a:cubicBezTo>
                <a:lnTo>
                  <a:pt x="175699" y="91669"/>
                </a:lnTo>
                <a:cubicBezTo>
                  <a:pt x="171498" y="91669"/>
                  <a:pt x="168060" y="88232"/>
                  <a:pt x="168060" y="84030"/>
                </a:cubicBezTo>
                <a:lnTo>
                  <a:pt x="168060" y="68752"/>
                </a:lnTo>
                <a:close/>
                <a:moveTo>
                  <a:pt x="175699" y="106947"/>
                </a:moveTo>
                <a:lnTo>
                  <a:pt x="190977" y="106947"/>
                </a:lnTo>
                <a:cubicBezTo>
                  <a:pt x="195179" y="106947"/>
                  <a:pt x="198617" y="110385"/>
                  <a:pt x="198617" y="114586"/>
                </a:cubicBezTo>
                <a:lnTo>
                  <a:pt x="198617" y="129865"/>
                </a:lnTo>
                <a:cubicBezTo>
                  <a:pt x="198617" y="134066"/>
                  <a:pt x="195179" y="137504"/>
                  <a:pt x="190977" y="137504"/>
                </a:cubicBezTo>
                <a:lnTo>
                  <a:pt x="175699" y="137504"/>
                </a:lnTo>
                <a:cubicBezTo>
                  <a:pt x="171498" y="137504"/>
                  <a:pt x="168060" y="134066"/>
                  <a:pt x="168060" y="129865"/>
                </a:cubicBezTo>
                <a:lnTo>
                  <a:pt x="168060" y="114586"/>
                </a:lnTo>
                <a:cubicBezTo>
                  <a:pt x="168060" y="110385"/>
                  <a:pt x="171498" y="106947"/>
                  <a:pt x="175699" y="106947"/>
                </a:cubicBezTo>
                <a:close/>
                <a:moveTo>
                  <a:pt x="213895" y="68752"/>
                </a:moveTo>
                <a:cubicBezTo>
                  <a:pt x="213895" y="64550"/>
                  <a:pt x="217332" y="61113"/>
                  <a:pt x="221534" y="61113"/>
                </a:cubicBezTo>
                <a:lnTo>
                  <a:pt x="236812" y="61113"/>
                </a:lnTo>
                <a:cubicBezTo>
                  <a:pt x="241014" y="61113"/>
                  <a:pt x="244451" y="64550"/>
                  <a:pt x="244451" y="68752"/>
                </a:cubicBezTo>
                <a:lnTo>
                  <a:pt x="244451" y="84030"/>
                </a:lnTo>
                <a:cubicBezTo>
                  <a:pt x="244451" y="88232"/>
                  <a:pt x="241014" y="91669"/>
                  <a:pt x="236812" y="91669"/>
                </a:cubicBezTo>
                <a:lnTo>
                  <a:pt x="221534" y="91669"/>
                </a:lnTo>
                <a:cubicBezTo>
                  <a:pt x="217332" y="91669"/>
                  <a:pt x="213895" y="88232"/>
                  <a:pt x="213895" y="84030"/>
                </a:cubicBezTo>
                <a:lnTo>
                  <a:pt x="213895" y="68752"/>
                </a:lnTo>
                <a:close/>
                <a:moveTo>
                  <a:pt x="221534" y="106947"/>
                </a:moveTo>
                <a:lnTo>
                  <a:pt x="236812" y="106947"/>
                </a:lnTo>
                <a:cubicBezTo>
                  <a:pt x="241014" y="106947"/>
                  <a:pt x="244451" y="110385"/>
                  <a:pt x="244451" y="114586"/>
                </a:cubicBezTo>
                <a:lnTo>
                  <a:pt x="244451" y="129865"/>
                </a:lnTo>
                <a:cubicBezTo>
                  <a:pt x="244451" y="134066"/>
                  <a:pt x="241014" y="137504"/>
                  <a:pt x="236812" y="137504"/>
                </a:cubicBezTo>
                <a:lnTo>
                  <a:pt x="221534" y="137504"/>
                </a:lnTo>
                <a:cubicBezTo>
                  <a:pt x="217332" y="137504"/>
                  <a:pt x="213895" y="134066"/>
                  <a:pt x="213895" y="129865"/>
                </a:cubicBezTo>
                <a:lnTo>
                  <a:pt x="213895" y="114586"/>
                </a:lnTo>
                <a:cubicBezTo>
                  <a:pt x="213895" y="110385"/>
                  <a:pt x="217332" y="106947"/>
                  <a:pt x="221534" y="1069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22256" y="1882274"/>
            <a:ext cx="2444511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Keyboard Commands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8902" y="2542292"/>
            <a:ext cx="9044692" cy="6111278"/>
          </a:xfrm>
          <a:custGeom>
            <a:avLst/>
            <a:gdLst/>
            <a:ahLst/>
            <a:cxnLst/>
            <a:rect l="l" t="t" r="r" b="b"/>
            <a:pathLst>
              <a:path w="9044692" h="6111278">
                <a:moveTo>
                  <a:pt x="97780" y="0"/>
                </a:moveTo>
                <a:lnTo>
                  <a:pt x="8946911" y="0"/>
                </a:lnTo>
                <a:cubicBezTo>
                  <a:pt x="9000914" y="0"/>
                  <a:pt x="9044692" y="43778"/>
                  <a:pt x="9044692" y="97780"/>
                </a:cubicBezTo>
                <a:lnTo>
                  <a:pt x="9044692" y="6013498"/>
                </a:lnTo>
                <a:cubicBezTo>
                  <a:pt x="9044692" y="6067500"/>
                  <a:pt x="9000914" y="6111278"/>
                  <a:pt x="8946911" y="6111278"/>
                </a:cubicBezTo>
                <a:lnTo>
                  <a:pt x="97780" y="6111278"/>
                </a:lnTo>
                <a:cubicBezTo>
                  <a:pt x="43814" y="6111278"/>
                  <a:pt x="0" y="6067464"/>
                  <a:pt x="0" y="6013498"/>
                </a:cubicBezTo>
                <a:lnTo>
                  <a:pt x="0" y="97780"/>
                </a:lnTo>
                <a:cubicBezTo>
                  <a:pt x="0" y="43814"/>
                  <a:pt x="43814" y="0"/>
                  <a:pt x="9778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3335" dist="4889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4463" y="2737853"/>
          <a:ext cx="8653569" cy="4253448"/>
        </p:xfrm>
        <a:graphic>
          <a:graphicData uri="http://schemas.openxmlformats.org/drawingml/2006/table">
            <a:tbl>
              <a:tblPr/>
              <a:tblGrid>
                <a:gridCol w="1295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4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681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Key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Function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Description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681">
                <a:tc>
                  <a:txBody>
                    <a:bodyPr/>
                    <a:lstStyle/>
                    <a:p>
                      <a:r>
                        <a:rPr lang="en-US" sz="1700" b="1" u="none" dirty="0">
                          <a:solidFill>
                            <a:srgbClr val="D67B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Emergency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A1A1A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Activate emergency mode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681">
                <a:tc>
                  <a:txBody>
                    <a:bodyPr/>
                    <a:lstStyle/>
                    <a:p>
                      <a:r>
                        <a:rPr lang="en-US" sz="1700" b="1" u="none" dirty="0">
                          <a:solidFill>
                            <a:srgbClr val="4A4A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Normal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A1A1A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Exit emergency mode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81">
                <a:tc>
                  <a:txBody>
                    <a:bodyPr/>
                    <a:lstStyle/>
                    <a:p>
                      <a:r>
                        <a:rPr lang="en-US" sz="1700" b="1" u="none" dirty="0">
                          <a:solidFill>
                            <a:srgbClr val="D67B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Pedestrian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A1A1A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Request +3s crossing time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681">
                <a:tc>
                  <a:txBody>
                    <a:bodyPr/>
                    <a:lstStyle/>
                    <a:p>
                      <a:r>
                        <a:rPr lang="en-US" sz="1700" b="1" u="none" dirty="0">
                          <a:solidFill>
                            <a:srgbClr val="4A4A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Rush Hour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A1A1A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Toggle rush hour mode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681">
                <a:tc>
                  <a:txBody>
                    <a:bodyPr/>
                    <a:lstStyle/>
                    <a:p>
                      <a:r>
                        <a:rPr lang="en-US" sz="1700" b="1" u="none" dirty="0">
                          <a:solidFill>
                            <a:srgbClr val="D67B5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Night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A1A1A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Activate night mode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681">
                <a:tc>
                  <a:txBody>
                    <a:bodyPr/>
                    <a:lstStyle/>
                    <a:p>
                      <a:r>
                        <a:rPr lang="en-US" sz="1700" b="1" u="none" dirty="0">
                          <a:solidFill>
                            <a:srgbClr val="4A4A4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Day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A1A1A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Exit night mode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681">
                <a:tc>
                  <a:txBody>
                    <a:bodyPr/>
                    <a:lstStyle/>
                    <a:p>
                      <a:r>
                        <a:rPr lang="en-US" sz="1700" b="1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ESC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Exit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A1A1A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Terminate program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08908" y="7186863"/>
            <a:ext cx="8629125" cy="1271146"/>
          </a:xfrm>
          <a:custGeom>
            <a:avLst/>
            <a:gdLst/>
            <a:ahLst/>
            <a:cxnLst/>
            <a:rect l="l" t="t" r="r" b="b"/>
            <a:pathLst>
              <a:path w="8629125" h="1271146">
                <a:moveTo>
                  <a:pt x="48890" y="0"/>
                </a:moveTo>
                <a:lnTo>
                  <a:pt x="8531348" y="0"/>
                </a:lnTo>
                <a:cubicBezTo>
                  <a:pt x="8585349" y="0"/>
                  <a:pt x="8629125" y="43776"/>
                  <a:pt x="8629125" y="97777"/>
                </a:cubicBezTo>
                <a:lnTo>
                  <a:pt x="8629125" y="1173369"/>
                </a:lnTo>
                <a:cubicBezTo>
                  <a:pt x="8629125" y="1227370"/>
                  <a:pt x="8585349" y="1271146"/>
                  <a:pt x="8531348" y="1271146"/>
                </a:cubicBezTo>
                <a:lnTo>
                  <a:pt x="48890" y="1271146"/>
                </a:lnTo>
                <a:cubicBezTo>
                  <a:pt x="21907" y="1271146"/>
                  <a:pt x="0" y="1249239"/>
                  <a:pt x="0" y="1222256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08908" y="7186863"/>
            <a:ext cx="48890" cy="1271146"/>
          </a:xfrm>
          <a:custGeom>
            <a:avLst/>
            <a:gdLst/>
            <a:ahLst/>
            <a:cxnLst/>
            <a:rect l="l" t="t" r="r" b="b"/>
            <a:pathLst>
              <a:path w="48890" h="1271146">
                <a:moveTo>
                  <a:pt x="48890" y="0"/>
                </a:moveTo>
                <a:lnTo>
                  <a:pt x="48890" y="0"/>
                </a:lnTo>
                <a:lnTo>
                  <a:pt x="48890" y="1271146"/>
                </a:lnTo>
                <a:lnTo>
                  <a:pt x="48890" y="1271146"/>
                </a:lnTo>
                <a:cubicBezTo>
                  <a:pt x="21907" y="1271146"/>
                  <a:pt x="0" y="1249239"/>
                  <a:pt x="0" y="1222256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8" name="Text 8"/>
          <p:cNvSpPr/>
          <p:nvPr/>
        </p:nvSpPr>
        <p:spPr>
          <a:xfrm>
            <a:off x="880024" y="7333534"/>
            <a:ext cx="8409119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4469" y="7749101"/>
            <a:ext cx="171116" cy="171116"/>
          </a:xfrm>
          <a:custGeom>
            <a:avLst/>
            <a:gdLst/>
            <a:ahLst/>
            <a:cxnLst/>
            <a:rect l="l" t="t" r="r" b="b"/>
            <a:pathLst>
              <a:path w="171116" h="171116">
                <a:moveTo>
                  <a:pt x="85558" y="171116"/>
                </a:moveTo>
                <a:cubicBezTo>
                  <a:pt x="132779" y="171116"/>
                  <a:pt x="171116" y="132779"/>
                  <a:pt x="171116" y="85558"/>
                </a:cubicBezTo>
                <a:cubicBezTo>
                  <a:pt x="171116" y="38337"/>
                  <a:pt x="132779" y="0"/>
                  <a:pt x="85558" y="0"/>
                </a:cubicBezTo>
                <a:cubicBezTo>
                  <a:pt x="38337" y="0"/>
                  <a:pt x="0" y="38337"/>
                  <a:pt x="0" y="85558"/>
                </a:cubicBezTo>
                <a:cubicBezTo>
                  <a:pt x="0" y="132779"/>
                  <a:pt x="38337" y="171116"/>
                  <a:pt x="85558" y="171116"/>
                </a:cubicBezTo>
                <a:close/>
                <a:moveTo>
                  <a:pt x="113765" y="71087"/>
                </a:moveTo>
                <a:lnTo>
                  <a:pt x="87028" y="113866"/>
                </a:lnTo>
                <a:cubicBezTo>
                  <a:pt x="85625" y="116105"/>
                  <a:pt x="83218" y="117508"/>
                  <a:pt x="80578" y="117642"/>
                </a:cubicBezTo>
                <a:cubicBezTo>
                  <a:pt x="77938" y="117776"/>
                  <a:pt x="75398" y="116573"/>
                  <a:pt x="73827" y="114434"/>
                </a:cubicBezTo>
                <a:lnTo>
                  <a:pt x="57785" y="93044"/>
                </a:lnTo>
                <a:cubicBezTo>
                  <a:pt x="55111" y="89502"/>
                  <a:pt x="55847" y="84488"/>
                  <a:pt x="59389" y="81815"/>
                </a:cubicBezTo>
                <a:cubicBezTo>
                  <a:pt x="62932" y="79141"/>
                  <a:pt x="67945" y="79876"/>
                  <a:pt x="70619" y="83419"/>
                </a:cubicBezTo>
                <a:lnTo>
                  <a:pt x="79642" y="95451"/>
                </a:lnTo>
                <a:lnTo>
                  <a:pt x="100163" y="62598"/>
                </a:lnTo>
                <a:cubicBezTo>
                  <a:pt x="102502" y="58854"/>
                  <a:pt x="107449" y="57685"/>
                  <a:pt x="111225" y="60058"/>
                </a:cubicBezTo>
                <a:cubicBezTo>
                  <a:pt x="115002" y="62431"/>
                  <a:pt x="116138" y="67343"/>
                  <a:pt x="113765" y="7112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3" name="Text 10"/>
          <p:cNvSpPr/>
          <p:nvPr/>
        </p:nvSpPr>
        <p:spPr>
          <a:xfrm>
            <a:off x="1191699" y="7724656"/>
            <a:ext cx="1723380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Case-insensitive input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10556" y="7749101"/>
            <a:ext cx="171116" cy="171116"/>
          </a:xfrm>
          <a:custGeom>
            <a:avLst/>
            <a:gdLst/>
            <a:ahLst/>
            <a:cxnLst/>
            <a:rect l="l" t="t" r="r" b="b"/>
            <a:pathLst>
              <a:path w="171116" h="171116">
                <a:moveTo>
                  <a:pt x="85558" y="171116"/>
                </a:moveTo>
                <a:cubicBezTo>
                  <a:pt x="132779" y="171116"/>
                  <a:pt x="171116" y="132779"/>
                  <a:pt x="171116" y="85558"/>
                </a:cubicBezTo>
                <a:cubicBezTo>
                  <a:pt x="171116" y="38337"/>
                  <a:pt x="132779" y="0"/>
                  <a:pt x="85558" y="0"/>
                </a:cubicBezTo>
                <a:cubicBezTo>
                  <a:pt x="38337" y="0"/>
                  <a:pt x="0" y="38337"/>
                  <a:pt x="0" y="85558"/>
                </a:cubicBezTo>
                <a:cubicBezTo>
                  <a:pt x="0" y="132779"/>
                  <a:pt x="38337" y="171116"/>
                  <a:pt x="85558" y="171116"/>
                </a:cubicBezTo>
                <a:close/>
                <a:moveTo>
                  <a:pt x="113765" y="71087"/>
                </a:moveTo>
                <a:lnTo>
                  <a:pt x="87028" y="113866"/>
                </a:lnTo>
                <a:cubicBezTo>
                  <a:pt x="85625" y="116105"/>
                  <a:pt x="83218" y="117508"/>
                  <a:pt x="80578" y="117642"/>
                </a:cubicBezTo>
                <a:cubicBezTo>
                  <a:pt x="77938" y="117776"/>
                  <a:pt x="75398" y="116573"/>
                  <a:pt x="73827" y="114434"/>
                </a:cubicBezTo>
                <a:lnTo>
                  <a:pt x="57785" y="93044"/>
                </a:lnTo>
                <a:cubicBezTo>
                  <a:pt x="55111" y="89502"/>
                  <a:pt x="55847" y="84488"/>
                  <a:pt x="59389" y="81815"/>
                </a:cubicBezTo>
                <a:cubicBezTo>
                  <a:pt x="62932" y="79141"/>
                  <a:pt x="67945" y="79876"/>
                  <a:pt x="70619" y="83419"/>
                </a:cubicBezTo>
                <a:lnTo>
                  <a:pt x="79642" y="95451"/>
                </a:lnTo>
                <a:lnTo>
                  <a:pt x="100163" y="62598"/>
                </a:lnTo>
                <a:cubicBezTo>
                  <a:pt x="102502" y="58854"/>
                  <a:pt x="107449" y="57685"/>
                  <a:pt x="111225" y="60058"/>
                </a:cubicBezTo>
                <a:cubicBezTo>
                  <a:pt x="115002" y="62431"/>
                  <a:pt x="116138" y="67343"/>
                  <a:pt x="113765" y="7112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5" name="Text 12"/>
          <p:cNvSpPr/>
          <p:nvPr/>
        </p:nvSpPr>
        <p:spPr>
          <a:xfrm>
            <a:off x="5397786" y="7724656"/>
            <a:ext cx="223672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detection (INT 16h)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4469" y="8091332"/>
            <a:ext cx="171116" cy="171116"/>
          </a:xfrm>
          <a:custGeom>
            <a:avLst/>
            <a:gdLst/>
            <a:ahLst/>
            <a:cxnLst/>
            <a:rect l="l" t="t" r="r" b="b"/>
            <a:pathLst>
              <a:path w="171116" h="171116">
                <a:moveTo>
                  <a:pt x="85558" y="171116"/>
                </a:moveTo>
                <a:cubicBezTo>
                  <a:pt x="132779" y="171116"/>
                  <a:pt x="171116" y="132779"/>
                  <a:pt x="171116" y="85558"/>
                </a:cubicBezTo>
                <a:cubicBezTo>
                  <a:pt x="171116" y="38337"/>
                  <a:pt x="132779" y="0"/>
                  <a:pt x="85558" y="0"/>
                </a:cubicBezTo>
                <a:cubicBezTo>
                  <a:pt x="38337" y="0"/>
                  <a:pt x="0" y="38337"/>
                  <a:pt x="0" y="85558"/>
                </a:cubicBezTo>
                <a:cubicBezTo>
                  <a:pt x="0" y="132779"/>
                  <a:pt x="38337" y="171116"/>
                  <a:pt x="85558" y="171116"/>
                </a:cubicBezTo>
                <a:close/>
                <a:moveTo>
                  <a:pt x="113765" y="71087"/>
                </a:moveTo>
                <a:lnTo>
                  <a:pt x="87028" y="113866"/>
                </a:lnTo>
                <a:cubicBezTo>
                  <a:pt x="85625" y="116105"/>
                  <a:pt x="83218" y="117508"/>
                  <a:pt x="80578" y="117642"/>
                </a:cubicBezTo>
                <a:cubicBezTo>
                  <a:pt x="77938" y="117776"/>
                  <a:pt x="75398" y="116573"/>
                  <a:pt x="73827" y="114434"/>
                </a:cubicBezTo>
                <a:lnTo>
                  <a:pt x="57785" y="93044"/>
                </a:lnTo>
                <a:cubicBezTo>
                  <a:pt x="55111" y="89502"/>
                  <a:pt x="55847" y="84488"/>
                  <a:pt x="59389" y="81815"/>
                </a:cubicBezTo>
                <a:cubicBezTo>
                  <a:pt x="62932" y="79141"/>
                  <a:pt x="67945" y="79876"/>
                  <a:pt x="70619" y="83419"/>
                </a:cubicBezTo>
                <a:lnTo>
                  <a:pt x="79642" y="95451"/>
                </a:lnTo>
                <a:lnTo>
                  <a:pt x="100163" y="62598"/>
                </a:lnTo>
                <a:cubicBezTo>
                  <a:pt x="102502" y="58854"/>
                  <a:pt x="107449" y="57685"/>
                  <a:pt x="111225" y="60058"/>
                </a:cubicBezTo>
                <a:cubicBezTo>
                  <a:pt x="115002" y="62431"/>
                  <a:pt x="116138" y="67343"/>
                  <a:pt x="113765" y="7112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7" name="Text 14"/>
          <p:cNvSpPr/>
          <p:nvPr/>
        </p:nvSpPr>
        <p:spPr>
          <a:xfrm>
            <a:off x="1191699" y="8066887"/>
            <a:ext cx="1601155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response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10556" y="8091332"/>
            <a:ext cx="171116" cy="171116"/>
          </a:xfrm>
          <a:custGeom>
            <a:avLst/>
            <a:gdLst/>
            <a:ahLst/>
            <a:cxnLst/>
            <a:rect l="l" t="t" r="r" b="b"/>
            <a:pathLst>
              <a:path w="171116" h="171116">
                <a:moveTo>
                  <a:pt x="85558" y="171116"/>
                </a:moveTo>
                <a:cubicBezTo>
                  <a:pt x="132779" y="171116"/>
                  <a:pt x="171116" y="132779"/>
                  <a:pt x="171116" y="85558"/>
                </a:cubicBezTo>
                <a:cubicBezTo>
                  <a:pt x="171116" y="38337"/>
                  <a:pt x="132779" y="0"/>
                  <a:pt x="85558" y="0"/>
                </a:cubicBezTo>
                <a:cubicBezTo>
                  <a:pt x="38337" y="0"/>
                  <a:pt x="0" y="38337"/>
                  <a:pt x="0" y="85558"/>
                </a:cubicBezTo>
                <a:cubicBezTo>
                  <a:pt x="0" y="132779"/>
                  <a:pt x="38337" y="171116"/>
                  <a:pt x="85558" y="171116"/>
                </a:cubicBezTo>
                <a:close/>
                <a:moveTo>
                  <a:pt x="113765" y="71087"/>
                </a:moveTo>
                <a:lnTo>
                  <a:pt x="87028" y="113866"/>
                </a:lnTo>
                <a:cubicBezTo>
                  <a:pt x="85625" y="116105"/>
                  <a:pt x="83218" y="117508"/>
                  <a:pt x="80578" y="117642"/>
                </a:cubicBezTo>
                <a:cubicBezTo>
                  <a:pt x="77938" y="117776"/>
                  <a:pt x="75398" y="116573"/>
                  <a:pt x="73827" y="114434"/>
                </a:cubicBezTo>
                <a:lnTo>
                  <a:pt x="57785" y="93044"/>
                </a:lnTo>
                <a:cubicBezTo>
                  <a:pt x="55111" y="89502"/>
                  <a:pt x="55847" y="84488"/>
                  <a:pt x="59389" y="81815"/>
                </a:cubicBezTo>
                <a:cubicBezTo>
                  <a:pt x="62932" y="79141"/>
                  <a:pt x="67945" y="79876"/>
                  <a:pt x="70619" y="83419"/>
                </a:cubicBezTo>
                <a:lnTo>
                  <a:pt x="79642" y="95451"/>
                </a:lnTo>
                <a:lnTo>
                  <a:pt x="100163" y="62598"/>
                </a:lnTo>
                <a:cubicBezTo>
                  <a:pt x="102502" y="58854"/>
                  <a:pt x="107449" y="57685"/>
                  <a:pt x="111225" y="60058"/>
                </a:cubicBezTo>
                <a:cubicBezTo>
                  <a:pt x="115002" y="62431"/>
                  <a:pt x="116138" y="67343"/>
                  <a:pt x="113765" y="7112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9" name="Text 16"/>
          <p:cNvSpPr/>
          <p:nvPr/>
        </p:nvSpPr>
        <p:spPr>
          <a:xfrm>
            <a:off x="5397786" y="8066887"/>
            <a:ext cx="2542292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validation before switching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830119" y="1760048"/>
            <a:ext cx="586683" cy="586683"/>
          </a:xfrm>
          <a:custGeom>
            <a:avLst/>
            <a:gdLst/>
            <a:ahLst/>
            <a:cxnLst/>
            <a:rect l="l" t="t" r="r" b="b"/>
            <a:pathLst>
              <a:path w="586683" h="586683">
                <a:moveTo>
                  <a:pt x="293341" y="0"/>
                </a:moveTo>
                <a:lnTo>
                  <a:pt x="293341" y="0"/>
                </a:lnTo>
                <a:cubicBezTo>
                  <a:pt x="455241" y="0"/>
                  <a:pt x="586683" y="131442"/>
                  <a:pt x="586683" y="293341"/>
                </a:cubicBezTo>
                <a:lnTo>
                  <a:pt x="586683" y="293341"/>
                </a:lnTo>
                <a:cubicBezTo>
                  <a:pt x="586683" y="455241"/>
                  <a:pt x="455241" y="586683"/>
                  <a:pt x="293341" y="586683"/>
                </a:cubicBezTo>
                <a:lnTo>
                  <a:pt x="293341" y="586683"/>
                </a:lnTo>
                <a:cubicBezTo>
                  <a:pt x="131442" y="586683"/>
                  <a:pt x="0" y="455241"/>
                  <a:pt x="0" y="293341"/>
                </a:cubicBezTo>
                <a:lnTo>
                  <a:pt x="0" y="293341"/>
                </a:lnTo>
                <a:cubicBezTo>
                  <a:pt x="0" y="131442"/>
                  <a:pt x="131442" y="0"/>
                  <a:pt x="293341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01234" y="1931164"/>
            <a:ext cx="244451" cy="244451"/>
          </a:xfrm>
          <a:custGeom>
            <a:avLst/>
            <a:gdLst/>
            <a:ahLst/>
            <a:cxnLst/>
            <a:rect l="l" t="t" r="r" b="b"/>
            <a:pathLst>
              <a:path w="244451" h="244451">
                <a:moveTo>
                  <a:pt x="30556" y="15278"/>
                </a:moveTo>
                <a:cubicBezTo>
                  <a:pt x="13703" y="15278"/>
                  <a:pt x="0" y="28981"/>
                  <a:pt x="0" y="45835"/>
                </a:cubicBezTo>
                <a:lnTo>
                  <a:pt x="0" y="168060"/>
                </a:lnTo>
                <a:cubicBezTo>
                  <a:pt x="0" y="184914"/>
                  <a:pt x="13703" y="198617"/>
                  <a:pt x="30556" y="198617"/>
                </a:cubicBezTo>
                <a:lnTo>
                  <a:pt x="99308" y="198617"/>
                </a:lnTo>
                <a:lnTo>
                  <a:pt x="91669" y="221534"/>
                </a:lnTo>
                <a:lnTo>
                  <a:pt x="57293" y="221534"/>
                </a:lnTo>
                <a:cubicBezTo>
                  <a:pt x="50943" y="221534"/>
                  <a:pt x="45835" y="226642"/>
                  <a:pt x="45835" y="232992"/>
                </a:cubicBezTo>
                <a:cubicBezTo>
                  <a:pt x="45835" y="239342"/>
                  <a:pt x="50943" y="244451"/>
                  <a:pt x="57293" y="244451"/>
                </a:cubicBezTo>
                <a:lnTo>
                  <a:pt x="187158" y="244451"/>
                </a:lnTo>
                <a:cubicBezTo>
                  <a:pt x="193508" y="244451"/>
                  <a:pt x="198617" y="239342"/>
                  <a:pt x="198617" y="232992"/>
                </a:cubicBezTo>
                <a:cubicBezTo>
                  <a:pt x="198617" y="226642"/>
                  <a:pt x="193508" y="221534"/>
                  <a:pt x="187158" y="221534"/>
                </a:cubicBezTo>
                <a:lnTo>
                  <a:pt x="152782" y="221534"/>
                </a:lnTo>
                <a:lnTo>
                  <a:pt x="145143" y="198617"/>
                </a:lnTo>
                <a:lnTo>
                  <a:pt x="213895" y="198617"/>
                </a:lnTo>
                <a:cubicBezTo>
                  <a:pt x="230748" y="198617"/>
                  <a:pt x="244451" y="184914"/>
                  <a:pt x="244451" y="168060"/>
                </a:cubicBezTo>
                <a:lnTo>
                  <a:pt x="244451" y="45835"/>
                </a:lnTo>
                <a:cubicBezTo>
                  <a:pt x="244451" y="28981"/>
                  <a:pt x="230748" y="15278"/>
                  <a:pt x="213895" y="15278"/>
                </a:cubicBezTo>
                <a:lnTo>
                  <a:pt x="30556" y="15278"/>
                </a:lnTo>
                <a:close/>
                <a:moveTo>
                  <a:pt x="45835" y="45835"/>
                </a:moveTo>
                <a:lnTo>
                  <a:pt x="198617" y="45835"/>
                </a:lnTo>
                <a:cubicBezTo>
                  <a:pt x="207067" y="45835"/>
                  <a:pt x="213895" y="52662"/>
                  <a:pt x="213895" y="61113"/>
                </a:cubicBezTo>
                <a:lnTo>
                  <a:pt x="213895" y="137504"/>
                </a:lnTo>
                <a:cubicBezTo>
                  <a:pt x="213895" y="145955"/>
                  <a:pt x="207067" y="152782"/>
                  <a:pt x="198617" y="152782"/>
                </a:cubicBezTo>
                <a:lnTo>
                  <a:pt x="45835" y="152782"/>
                </a:lnTo>
                <a:cubicBezTo>
                  <a:pt x="37384" y="152782"/>
                  <a:pt x="30556" y="145955"/>
                  <a:pt x="30556" y="137504"/>
                </a:cubicBezTo>
                <a:lnTo>
                  <a:pt x="30556" y="61113"/>
                </a:lnTo>
                <a:cubicBezTo>
                  <a:pt x="30556" y="52662"/>
                  <a:pt x="37384" y="45835"/>
                  <a:pt x="45835" y="458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563472" y="1882274"/>
            <a:ext cx="1674490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5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 Layout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830119" y="2542292"/>
            <a:ext cx="5940162" cy="6111278"/>
          </a:xfrm>
          <a:custGeom>
            <a:avLst/>
            <a:gdLst/>
            <a:ahLst/>
            <a:cxnLst/>
            <a:rect l="l" t="t" r="r" b="b"/>
            <a:pathLst>
              <a:path w="5940162" h="6111278">
                <a:moveTo>
                  <a:pt x="97775" y="0"/>
                </a:moveTo>
                <a:lnTo>
                  <a:pt x="5842387" y="0"/>
                </a:lnTo>
                <a:cubicBezTo>
                  <a:pt x="5896387" y="0"/>
                  <a:pt x="5940162" y="43775"/>
                  <a:pt x="5940162" y="97775"/>
                </a:cubicBezTo>
                <a:lnTo>
                  <a:pt x="5940162" y="6013503"/>
                </a:lnTo>
                <a:cubicBezTo>
                  <a:pt x="5940162" y="6067503"/>
                  <a:pt x="5896387" y="6111278"/>
                  <a:pt x="5842387" y="6111278"/>
                </a:cubicBezTo>
                <a:lnTo>
                  <a:pt x="97775" y="6111278"/>
                </a:lnTo>
                <a:cubicBezTo>
                  <a:pt x="43775" y="6111278"/>
                  <a:pt x="0" y="6067503"/>
                  <a:pt x="0" y="6013503"/>
                </a:cubicBezTo>
                <a:lnTo>
                  <a:pt x="0" y="97775"/>
                </a:lnTo>
                <a:cubicBezTo>
                  <a:pt x="0" y="43812"/>
                  <a:pt x="43812" y="0"/>
                  <a:pt x="97775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4" name="Text 21"/>
          <p:cNvSpPr/>
          <p:nvPr/>
        </p:nvSpPr>
        <p:spPr>
          <a:xfrm>
            <a:off x="9970678" y="2737853"/>
            <a:ext cx="5659044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TRAFFIC CONTROL SYSTEM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982900" y="3080084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7" dirty="0">
                <a:solidFill>
                  <a:srgbClr val="D67B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============================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025679" y="3446761"/>
            <a:ext cx="2719901" cy="195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025679" y="3740102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025679" y="4375675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025679" y="4693462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025679" y="5011248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025679" y="5329035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025679" y="5646821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025679" y="5964608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25679" y="6282394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025679" y="6917967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025679" y="7235753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025679" y="7553540"/>
            <a:ext cx="5634598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A85010B-9A47-302E-70F3-9ECCF41FB9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08"/>
          <a:stretch>
            <a:fillRect/>
          </a:stretch>
        </p:blipFill>
        <p:spPr>
          <a:xfrm>
            <a:off x="10880203" y="3960108"/>
            <a:ext cx="3738622" cy="422539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&amp;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502833"/>
            <a:ext cx="7620000" cy="2815167"/>
          </a:xfrm>
          <a:custGeom>
            <a:avLst/>
            <a:gdLst/>
            <a:ahLst/>
            <a:cxnLst/>
            <a:rect l="l" t="t" r="r" b="b"/>
            <a:pathLst>
              <a:path w="7620000" h="2815167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2730486"/>
                </a:lnTo>
                <a:cubicBezTo>
                  <a:pt x="7620000" y="2777254"/>
                  <a:pt x="7582087" y="2815167"/>
                  <a:pt x="7535320" y="2815167"/>
                </a:cubicBezTo>
                <a:lnTo>
                  <a:pt x="84680" y="2815167"/>
                </a:lnTo>
                <a:cubicBezTo>
                  <a:pt x="37913" y="2815167"/>
                  <a:pt x="0" y="2777254"/>
                  <a:pt x="0" y="2730486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3333" y="1502833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" name="Shape 4"/>
          <p:cNvSpPr/>
          <p:nvPr/>
        </p:nvSpPr>
        <p:spPr>
          <a:xfrm>
            <a:off x="423333" y="1524000"/>
            <a:ext cx="7620000" cy="677333"/>
          </a:xfrm>
          <a:custGeom>
            <a:avLst/>
            <a:gdLst/>
            <a:ahLst/>
            <a:cxnLst/>
            <a:rect l="l" t="t" r="r" b="b"/>
            <a:pathLst>
              <a:path w="7620000" h="677333">
                <a:moveTo>
                  <a:pt x="0" y="0"/>
                </a:moveTo>
                <a:lnTo>
                  <a:pt x="7620000" y="0"/>
                </a:lnTo>
                <a:lnTo>
                  <a:pt x="7620000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7" name="Shape 5"/>
          <p:cNvSpPr/>
          <p:nvPr/>
        </p:nvSpPr>
        <p:spPr>
          <a:xfrm>
            <a:off x="550333" y="16510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97417" y="1651000"/>
            <a:ext cx="529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0667" y="1714500"/>
            <a:ext cx="2000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Operation Test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0333" y="2363618"/>
            <a:ext cx="431161" cy="18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1494" y="2377726"/>
            <a:ext cx="1519039" cy="16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0208" y="2667000"/>
            <a:ext cx="1460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0208" y="2921000"/>
            <a:ext cx="1545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0208" y="3175000"/>
            <a:ext cx="1132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0208" y="3429000"/>
            <a:ext cx="2190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0333" y="3725333"/>
            <a:ext cx="7366000" cy="465667"/>
          </a:xfrm>
          <a:custGeom>
            <a:avLst/>
            <a:gdLst/>
            <a:ahLst/>
            <a:cxnLst/>
            <a:rect l="l" t="t" r="r" b="b"/>
            <a:pathLst>
              <a:path w="7366000" h="465667">
                <a:moveTo>
                  <a:pt x="42334" y="0"/>
                </a:moveTo>
                <a:lnTo>
                  <a:pt x="7323666" y="0"/>
                </a:lnTo>
                <a:cubicBezTo>
                  <a:pt x="7347047" y="0"/>
                  <a:pt x="7366000" y="18953"/>
                  <a:pt x="7366000" y="42334"/>
                </a:cubicBezTo>
                <a:lnTo>
                  <a:pt x="7366000" y="423333"/>
                </a:lnTo>
                <a:cubicBezTo>
                  <a:pt x="7366000" y="446713"/>
                  <a:pt x="7347047" y="465667"/>
                  <a:pt x="73236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1" name="Text 19"/>
          <p:cNvSpPr/>
          <p:nvPr/>
        </p:nvSpPr>
        <p:spPr>
          <a:xfrm>
            <a:off x="3874492" y="3852333"/>
            <a:ext cx="717682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PASS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3333" y="4466167"/>
            <a:ext cx="7620000" cy="2561167"/>
          </a:xfrm>
          <a:custGeom>
            <a:avLst/>
            <a:gdLst/>
            <a:ahLst/>
            <a:cxnLst/>
            <a:rect l="l" t="t" r="r" b="b"/>
            <a:pathLst>
              <a:path w="7620000" h="2561167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2476494"/>
                </a:lnTo>
                <a:cubicBezTo>
                  <a:pt x="7620000" y="2523258"/>
                  <a:pt x="7582091" y="2561167"/>
                  <a:pt x="7535328" y="2561167"/>
                </a:cubicBezTo>
                <a:lnTo>
                  <a:pt x="84672" y="2561167"/>
                </a:lnTo>
                <a:cubicBezTo>
                  <a:pt x="37909" y="2561167"/>
                  <a:pt x="0" y="2523258"/>
                  <a:pt x="0" y="2476494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3333" y="4466167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24" name="Shape 22"/>
          <p:cNvSpPr/>
          <p:nvPr/>
        </p:nvSpPr>
        <p:spPr>
          <a:xfrm>
            <a:off x="423333" y="4487333"/>
            <a:ext cx="7620000" cy="677333"/>
          </a:xfrm>
          <a:custGeom>
            <a:avLst/>
            <a:gdLst/>
            <a:ahLst/>
            <a:cxnLst/>
            <a:rect l="l" t="t" r="r" b="b"/>
            <a:pathLst>
              <a:path w="7620000" h="677333">
                <a:moveTo>
                  <a:pt x="0" y="0"/>
                </a:moveTo>
                <a:lnTo>
                  <a:pt x="7620000" y="0"/>
                </a:lnTo>
                <a:lnTo>
                  <a:pt x="7620000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25" name="Shape 23"/>
          <p:cNvSpPr/>
          <p:nvPr/>
        </p:nvSpPr>
        <p:spPr>
          <a:xfrm>
            <a:off x="550333" y="4614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7417" y="4614333"/>
            <a:ext cx="529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0667" y="4677833"/>
            <a:ext cx="1989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Mode Test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0333" y="5326951"/>
            <a:ext cx="431161" cy="18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1494" y="5341059"/>
            <a:ext cx="2080286" cy="16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0208" y="5630333"/>
            <a:ext cx="1756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0208" y="5884333"/>
            <a:ext cx="1354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0208" y="6138333"/>
            <a:ext cx="1640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0333" y="6434667"/>
            <a:ext cx="7366000" cy="465667"/>
          </a:xfrm>
          <a:custGeom>
            <a:avLst/>
            <a:gdLst/>
            <a:ahLst/>
            <a:cxnLst/>
            <a:rect l="l" t="t" r="r" b="b"/>
            <a:pathLst>
              <a:path w="7366000" h="465667">
                <a:moveTo>
                  <a:pt x="42334" y="0"/>
                </a:moveTo>
                <a:lnTo>
                  <a:pt x="7323666" y="0"/>
                </a:lnTo>
                <a:cubicBezTo>
                  <a:pt x="7347047" y="0"/>
                  <a:pt x="7366000" y="18953"/>
                  <a:pt x="7366000" y="42334"/>
                </a:cubicBezTo>
                <a:lnTo>
                  <a:pt x="7366000" y="423333"/>
                </a:lnTo>
                <a:cubicBezTo>
                  <a:pt x="7366000" y="446713"/>
                  <a:pt x="7347047" y="465667"/>
                  <a:pt x="73236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37" name="Text 35"/>
          <p:cNvSpPr/>
          <p:nvPr/>
        </p:nvSpPr>
        <p:spPr>
          <a:xfrm>
            <a:off x="3874492" y="6561667"/>
            <a:ext cx="717682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PASS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333" y="7175500"/>
            <a:ext cx="7620000" cy="2455333"/>
          </a:xfrm>
          <a:custGeom>
            <a:avLst/>
            <a:gdLst/>
            <a:ahLst/>
            <a:cxnLst/>
            <a:rect l="l" t="t" r="r" b="b"/>
            <a:pathLst>
              <a:path w="7620000" h="2455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2370673"/>
                </a:lnTo>
                <a:cubicBezTo>
                  <a:pt x="7620000" y="2417430"/>
                  <a:pt x="7582096" y="2455333"/>
                  <a:pt x="7535340" y="2455333"/>
                </a:cubicBezTo>
                <a:lnTo>
                  <a:pt x="84660" y="2455333"/>
                </a:lnTo>
                <a:cubicBezTo>
                  <a:pt x="37904" y="2455333"/>
                  <a:pt x="0" y="2417430"/>
                  <a:pt x="0" y="237067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3333" y="7175500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423333" y="7196667"/>
            <a:ext cx="7620000" cy="677333"/>
          </a:xfrm>
          <a:custGeom>
            <a:avLst/>
            <a:gdLst/>
            <a:ahLst/>
            <a:cxnLst/>
            <a:rect l="l" t="t" r="r" b="b"/>
            <a:pathLst>
              <a:path w="7620000" h="677333">
                <a:moveTo>
                  <a:pt x="0" y="0"/>
                </a:moveTo>
                <a:lnTo>
                  <a:pt x="7620000" y="0"/>
                </a:lnTo>
                <a:lnTo>
                  <a:pt x="7620000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550333" y="73236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97417" y="7323667"/>
            <a:ext cx="529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0667" y="7387167"/>
            <a:ext cx="2137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Pedestrian Request Test</a:t>
            </a:r>
            <a:endParaRPr lang="en-US" sz="1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333" y="8001000"/>
          <a:ext cx="7366000" cy="1502835"/>
        </p:xfrm>
        <a:graphic>
          <a:graphicData uri="http://schemas.openxmlformats.org/drawingml/2006/table">
            <a:tbl>
              <a:tblPr/>
              <a:tblGrid>
                <a:gridCol w="2480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0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567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Phase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4A4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Request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4A4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4A4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NS Green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Press 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+3s granted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5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Yellow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Press 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Denied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5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 Red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Press 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Denied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567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Emergency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Press 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700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 Denied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8212667" y="1502833"/>
            <a:ext cx="7620000" cy="3026833"/>
          </a:xfrm>
          <a:custGeom>
            <a:avLst/>
            <a:gdLst/>
            <a:ahLst/>
            <a:cxnLst/>
            <a:rect l="l" t="t" r="r" b="b"/>
            <a:pathLst>
              <a:path w="7620000" h="30268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2942173"/>
                </a:lnTo>
                <a:cubicBezTo>
                  <a:pt x="7620000" y="2988930"/>
                  <a:pt x="7582096" y="3026833"/>
                  <a:pt x="7535339" y="3026833"/>
                </a:cubicBezTo>
                <a:lnTo>
                  <a:pt x="84661" y="3026833"/>
                </a:lnTo>
                <a:cubicBezTo>
                  <a:pt x="37904" y="3026833"/>
                  <a:pt x="0" y="2988930"/>
                  <a:pt x="0" y="294217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212667" y="1502833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7" name="Shape 44"/>
          <p:cNvSpPr/>
          <p:nvPr/>
        </p:nvSpPr>
        <p:spPr>
          <a:xfrm>
            <a:off x="8212667" y="1524000"/>
            <a:ext cx="7620000" cy="677333"/>
          </a:xfrm>
          <a:custGeom>
            <a:avLst/>
            <a:gdLst/>
            <a:ahLst/>
            <a:cxnLst/>
            <a:rect l="l" t="t" r="r" b="b"/>
            <a:pathLst>
              <a:path w="7620000" h="677333">
                <a:moveTo>
                  <a:pt x="0" y="0"/>
                </a:moveTo>
                <a:lnTo>
                  <a:pt x="7620000" y="0"/>
                </a:lnTo>
                <a:lnTo>
                  <a:pt x="7620000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8" name="Shape 45"/>
          <p:cNvSpPr/>
          <p:nvPr/>
        </p:nvSpPr>
        <p:spPr>
          <a:xfrm>
            <a:off x="8339667" y="16510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8286750" y="1651000"/>
            <a:ext cx="529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890000" y="1714500"/>
            <a:ext cx="1905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Rush Hour Mode Test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339667" y="3937000"/>
            <a:ext cx="7366000" cy="465667"/>
          </a:xfrm>
          <a:custGeom>
            <a:avLst/>
            <a:gdLst/>
            <a:ahLst/>
            <a:cxnLst/>
            <a:rect l="l" t="t" r="r" b="b"/>
            <a:pathLst>
              <a:path w="7366000" h="465667">
                <a:moveTo>
                  <a:pt x="42334" y="0"/>
                </a:moveTo>
                <a:lnTo>
                  <a:pt x="7323666" y="0"/>
                </a:lnTo>
                <a:cubicBezTo>
                  <a:pt x="7347047" y="0"/>
                  <a:pt x="7366000" y="18953"/>
                  <a:pt x="7366000" y="42334"/>
                </a:cubicBezTo>
                <a:lnTo>
                  <a:pt x="7366000" y="423333"/>
                </a:lnTo>
                <a:cubicBezTo>
                  <a:pt x="7366000" y="446713"/>
                  <a:pt x="7347047" y="465667"/>
                  <a:pt x="73236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65" name="Shape 62"/>
          <p:cNvSpPr/>
          <p:nvPr/>
        </p:nvSpPr>
        <p:spPr>
          <a:xfrm>
            <a:off x="8212667" y="4677833"/>
            <a:ext cx="7620000" cy="2561167"/>
          </a:xfrm>
          <a:custGeom>
            <a:avLst/>
            <a:gdLst/>
            <a:ahLst/>
            <a:cxnLst/>
            <a:rect l="l" t="t" r="r" b="b"/>
            <a:pathLst>
              <a:path w="7620000" h="2561167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2476494"/>
                </a:lnTo>
                <a:cubicBezTo>
                  <a:pt x="7620000" y="2523258"/>
                  <a:pt x="7582091" y="2561167"/>
                  <a:pt x="7535328" y="2561167"/>
                </a:cubicBezTo>
                <a:lnTo>
                  <a:pt x="84672" y="2561167"/>
                </a:lnTo>
                <a:cubicBezTo>
                  <a:pt x="37909" y="2561167"/>
                  <a:pt x="0" y="2523258"/>
                  <a:pt x="0" y="2476494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8212667" y="4677833"/>
            <a:ext cx="7620000" cy="42333"/>
          </a:xfrm>
          <a:custGeom>
            <a:avLst/>
            <a:gdLst/>
            <a:ahLst/>
            <a:cxnLst/>
            <a:rect l="l" t="t" r="r" b="b"/>
            <a:pathLst>
              <a:path w="7620000" h="42333">
                <a:moveTo>
                  <a:pt x="42333" y="0"/>
                </a:moveTo>
                <a:lnTo>
                  <a:pt x="7577667" y="0"/>
                </a:lnTo>
                <a:cubicBezTo>
                  <a:pt x="7601047" y="0"/>
                  <a:pt x="7620000" y="18953"/>
                  <a:pt x="7620000" y="42333"/>
                </a:cubicBezTo>
                <a:lnTo>
                  <a:pt x="7620000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7" name="Shape 64"/>
          <p:cNvSpPr/>
          <p:nvPr/>
        </p:nvSpPr>
        <p:spPr>
          <a:xfrm>
            <a:off x="8212667" y="4699000"/>
            <a:ext cx="7620000" cy="677333"/>
          </a:xfrm>
          <a:custGeom>
            <a:avLst/>
            <a:gdLst/>
            <a:ahLst/>
            <a:cxnLst/>
            <a:rect l="l" t="t" r="r" b="b"/>
            <a:pathLst>
              <a:path w="7620000" h="677333">
                <a:moveTo>
                  <a:pt x="0" y="0"/>
                </a:moveTo>
                <a:lnTo>
                  <a:pt x="7620000" y="0"/>
                </a:lnTo>
                <a:lnTo>
                  <a:pt x="7620000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8" name="Shape 65"/>
          <p:cNvSpPr/>
          <p:nvPr/>
        </p:nvSpPr>
        <p:spPr>
          <a:xfrm>
            <a:off x="8339667" y="48260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6"/>
          <p:cNvSpPr/>
          <p:nvPr/>
        </p:nvSpPr>
        <p:spPr>
          <a:xfrm>
            <a:off x="8286750" y="4826000"/>
            <a:ext cx="5291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4A4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8890000" y="4889500"/>
            <a:ext cx="1492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Night Mode Test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8339667" y="5538618"/>
            <a:ext cx="431161" cy="18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8770828" y="5552726"/>
            <a:ext cx="1852083" cy="16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8339667" y="6646333"/>
            <a:ext cx="7366000" cy="465667"/>
          </a:xfrm>
          <a:custGeom>
            <a:avLst/>
            <a:gdLst/>
            <a:ahLst/>
            <a:cxnLst/>
            <a:rect l="l" t="t" r="r" b="b"/>
            <a:pathLst>
              <a:path w="7366000" h="465667">
                <a:moveTo>
                  <a:pt x="42334" y="0"/>
                </a:moveTo>
                <a:lnTo>
                  <a:pt x="7323666" y="0"/>
                </a:lnTo>
                <a:cubicBezTo>
                  <a:pt x="7347047" y="0"/>
                  <a:pt x="7366000" y="18953"/>
                  <a:pt x="7366000" y="42334"/>
                </a:cubicBezTo>
                <a:lnTo>
                  <a:pt x="7366000" y="423333"/>
                </a:lnTo>
                <a:cubicBezTo>
                  <a:pt x="7366000" y="446713"/>
                  <a:pt x="7347047" y="465667"/>
                  <a:pt x="7323666" y="465667"/>
                </a:cubicBezTo>
                <a:lnTo>
                  <a:pt x="42334" y="465667"/>
                </a:lnTo>
                <a:cubicBezTo>
                  <a:pt x="18953" y="465667"/>
                  <a:pt x="0" y="446713"/>
                  <a:pt x="0" y="423333"/>
                </a:cubicBezTo>
                <a:lnTo>
                  <a:pt x="0" y="42334"/>
                </a:lnTo>
                <a:cubicBezTo>
                  <a:pt x="0" y="18953"/>
                  <a:pt x="18953" y="0"/>
                  <a:pt x="42334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80" name="Text 77"/>
          <p:cNvSpPr/>
          <p:nvPr/>
        </p:nvSpPr>
        <p:spPr>
          <a:xfrm>
            <a:off x="11663826" y="6773333"/>
            <a:ext cx="717682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PASS</a:t>
            </a: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8212667" y="7366000"/>
            <a:ext cx="7620000" cy="2137833"/>
          </a:xfrm>
          <a:custGeom>
            <a:avLst/>
            <a:gdLst/>
            <a:ahLst/>
            <a:cxnLst/>
            <a:rect l="l" t="t" r="r" b="b"/>
            <a:pathLst>
              <a:path w="7620000" h="2137833">
                <a:moveTo>
                  <a:pt x="84658" y="0"/>
                </a:moveTo>
                <a:lnTo>
                  <a:pt x="7535342" y="0"/>
                </a:lnTo>
                <a:cubicBezTo>
                  <a:pt x="7582097" y="0"/>
                  <a:pt x="7620000" y="37903"/>
                  <a:pt x="7620000" y="84658"/>
                </a:cubicBezTo>
                <a:lnTo>
                  <a:pt x="7620000" y="2053175"/>
                </a:lnTo>
                <a:cubicBezTo>
                  <a:pt x="7620000" y="2099931"/>
                  <a:pt x="7582097" y="2137833"/>
                  <a:pt x="7535342" y="2137833"/>
                </a:cubicBezTo>
                <a:lnTo>
                  <a:pt x="84658" y="2137833"/>
                </a:lnTo>
                <a:cubicBezTo>
                  <a:pt x="37903" y="2137833"/>
                  <a:pt x="0" y="2099931"/>
                  <a:pt x="0" y="2053175"/>
                </a:cubicBezTo>
                <a:lnTo>
                  <a:pt x="0" y="84658"/>
                </a:lnTo>
                <a:cubicBezTo>
                  <a:pt x="0" y="37903"/>
                  <a:pt x="37903" y="0"/>
                  <a:pt x="84658" y="0"/>
                </a:cubicBezTo>
                <a:close/>
              </a:path>
            </a:pathLst>
          </a:custGeom>
          <a:solidFill>
            <a:srgbClr val="D67B5E"/>
          </a:solidFill>
          <a:ln/>
          <a:effectLst>
            <a:outerShdw blurRad="63500" dist="423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2" name="Text 79"/>
          <p:cNvSpPr/>
          <p:nvPr/>
        </p:nvSpPr>
        <p:spPr>
          <a:xfrm>
            <a:off x="8382000" y="7535333"/>
            <a:ext cx="7376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Result</a:t>
            </a:r>
            <a:endParaRPr lang="en-US" sz="1600" dirty="0"/>
          </a:p>
        </p:txBody>
      </p:sp>
      <p:sp>
        <p:nvSpPr>
          <p:cNvPr id="83" name="Text 80"/>
          <p:cNvSpPr/>
          <p:nvPr/>
        </p:nvSpPr>
        <p:spPr>
          <a:xfrm>
            <a:off x="8286750" y="8001000"/>
            <a:ext cx="7471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TESTS PASSED</a:t>
            </a:r>
            <a:endParaRPr lang="en-US" sz="1600" dirty="0"/>
          </a:p>
        </p:txBody>
      </p:sp>
      <p:sp>
        <p:nvSpPr>
          <p:cNvPr id="84" name="Text 81"/>
          <p:cNvSpPr/>
          <p:nvPr/>
        </p:nvSpPr>
        <p:spPr>
          <a:xfrm>
            <a:off x="8334375" y="8466667"/>
            <a:ext cx="7376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Success Rate</a:t>
            </a:r>
            <a:endParaRPr lang="en-US" sz="1600" dirty="0"/>
          </a:p>
        </p:txBody>
      </p:sp>
      <p:sp>
        <p:nvSpPr>
          <p:cNvPr id="85" name="Text 82"/>
          <p:cNvSpPr/>
          <p:nvPr/>
        </p:nvSpPr>
        <p:spPr>
          <a:xfrm>
            <a:off x="8382000" y="8847667"/>
            <a:ext cx="7355417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successfully validated all operational modes and edge cases, demonstrating robust performance and reliability.</a:t>
            </a:r>
            <a:endParaRPr lang="en-US" sz="16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F9792BD-C681-7C1F-AD4C-D2850DBFA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33" y="2187183"/>
            <a:ext cx="4012269" cy="86081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BCB1103-C6A8-52B7-75F7-F6742A217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292" y="3044190"/>
            <a:ext cx="5740400" cy="60706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EE1E620-653C-F78F-5C84-E36E81BB5A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637" y="5200650"/>
            <a:ext cx="4248150" cy="1149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9" name="Text 77">
            <a:extLst>
              <a:ext uri="{FF2B5EF4-FFF2-40B4-BE49-F238E27FC236}">
                <a16:creationId xmlns:a16="http://schemas.microsoft.com/office/drawing/2014/main" id="{2B1D6B04-DF33-27E7-D4C7-5EB7E84E683F}"/>
              </a:ext>
            </a:extLst>
          </p:cNvPr>
          <p:cNvSpPr/>
          <p:nvPr/>
        </p:nvSpPr>
        <p:spPr>
          <a:xfrm>
            <a:off x="11663825" y="4056497"/>
            <a:ext cx="717682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PASS</a:t>
            </a:r>
            <a:endParaRPr lang="en-US" sz="16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F2B02ECD-C195-B255-5389-E81FF4DD5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956" y="2363618"/>
            <a:ext cx="6053602" cy="1230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C021D83-EBF5-4C1D-1473-64AD7EF52D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2779" y="5464960"/>
            <a:ext cx="5227955" cy="1032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465414348e52a49d821115fdfc1946145f58c7b.jpg"/>
          <p:cNvPicPr>
            <a:picLocks noChangeAspect="1"/>
          </p:cNvPicPr>
          <p:nvPr/>
        </p:nvPicPr>
        <p:blipFill>
          <a:blip r:embed="rId3"/>
          <a:srcRect t="74" b="7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4A4A">
                  <a:alpha val="90000"/>
                </a:srgbClr>
              </a:gs>
              <a:gs pos="50000">
                <a:srgbClr val="4A4A4A">
                  <a:alpha val="85000"/>
                </a:srgbClr>
              </a:gs>
              <a:gs pos="100000">
                <a:srgbClr val="4A4A4A">
                  <a:alpha val="95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508000"/>
            <a:ext cx="1535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D67B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10160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AEA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8000" y="2209800"/>
            <a:ext cx="4876800" cy="3276600"/>
          </a:xfrm>
          <a:custGeom>
            <a:avLst/>
            <a:gdLst/>
            <a:ahLst/>
            <a:cxnLst/>
            <a:rect l="l" t="t" r="r" b="b"/>
            <a:pathLst>
              <a:path w="4876800" h="32766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3174993"/>
                </a:lnTo>
                <a:cubicBezTo>
                  <a:pt x="4876800" y="3231109"/>
                  <a:pt x="4831309" y="3276600"/>
                  <a:pt x="4775193" y="3276600"/>
                </a:cubicBezTo>
                <a:lnTo>
                  <a:pt x="101607" y="3276600"/>
                </a:lnTo>
                <a:cubicBezTo>
                  <a:pt x="45491" y="3276600"/>
                  <a:pt x="0" y="3231109"/>
                  <a:pt x="0" y="3174993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8000" y="2209800"/>
            <a:ext cx="4876800" cy="50800"/>
          </a:xfrm>
          <a:custGeom>
            <a:avLst/>
            <a:gdLst/>
            <a:ahLst/>
            <a:cxnLst/>
            <a:rect l="l" t="t" r="r" b="b"/>
            <a:pathLst>
              <a:path w="4876800" h="508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9" name="Shape 6"/>
          <p:cNvSpPr/>
          <p:nvPr/>
        </p:nvSpPr>
        <p:spPr>
          <a:xfrm>
            <a:off x="876300" y="2641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524000" y="2616200"/>
            <a:ext cx="287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Achievements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0100" y="3352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2" name="Text 9"/>
          <p:cNvSpPr/>
          <p:nvPr/>
        </p:nvSpPr>
        <p:spPr>
          <a:xfrm>
            <a:off x="1117600" y="33020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Low-level hardware interface (Port 4)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0100" y="3759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4" name="Text 11"/>
          <p:cNvSpPr/>
          <p:nvPr/>
        </p:nvSpPr>
        <p:spPr>
          <a:xfrm>
            <a:off x="1117600" y="3708400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video memory manipulation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0100" y="416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6" name="Text 13"/>
          <p:cNvSpPr/>
          <p:nvPr/>
        </p:nvSpPr>
        <p:spPr>
          <a:xfrm>
            <a:off x="1117600" y="4114800"/>
            <a:ext cx="328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timing using BIOS interrupts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0100" y="4572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18" name="Text 15"/>
          <p:cNvSpPr/>
          <p:nvPr/>
        </p:nvSpPr>
        <p:spPr>
          <a:xfrm>
            <a:off x="1117600" y="45212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input processing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0100" y="4978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20" name="Text 17"/>
          <p:cNvSpPr/>
          <p:nvPr/>
        </p:nvSpPr>
        <p:spPr>
          <a:xfrm>
            <a:off x="1117600" y="4927600"/>
            <a:ext cx="281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Multi-mode state management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89600" y="2209800"/>
            <a:ext cx="4876800" cy="3276600"/>
          </a:xfrm>
          <a:custGeom>
            <a:avLst/>
            <a:gdLst/>
            <a:ahLst/>
            <a:cxnLst/>
            <a:rect l="l" t="t" r="r" b="b"/>
            <a:pathLst>
              <a:path w="4876800" h="32766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3174993"/>
                </a:lnTo>
                <a:cubicBezTo>
                  <a:pt x="4876800" y="3231109"/>
                  <a:pt x="4831309" y="3276600"/>
                  <a:pt x="4775193" y="3276600"/>
                </a:cubicBezTo>
                <a:lnTo>
                  <a:pt x="101607" y="3276600"/>
                </a:lnTo>
                <a:cubicBezTo>
                  <a:pt x="45491" y="3276600"/>
                  <a:pt x="0" y="3231109"/>
                  <a:pt x="0" y="3174993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89600" y="2209800"/>
            <a:ext cx="4876800" cy="50800"/>
          </a:xfrm>
          <a:custGeom>
            <a:avLst/>
            <a:gdLst/>
            <a:ahLst/>
            <a:cxnLst/>
            <a:rect l="l" t="t" r="r" b="b"/>
            <a:pathLst>
              <a:path w="4876800" h="508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3" name="Shape 20"/>
          <p:cNvSpPr/>
          <p:nvPr/>
        </p:nvSpPr>
        <p:spPr>
          <a:xfrm>
            <a:off x="59436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4" name="Shape 21"/>
          <p:cNvSpPr/>
          <p:nvPr/>
        </p:nvSpPr>
        <p:spPr>
          <a:xfrm>
            <a:off x="6153150" y="26416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38100" y="-19050"/>
                </a:moveTo>
                <a:cubicBezTo>
                  <a:pt x="17085" y="-19050"/>
                  <a:pt x="0" y="-1965"/>
                  <a:pt x="0" y="19050"/>
                </a:cubicBezTo>
                <a:lnTo>
                  <a:pt x="0" y="228600"/>
                </a:lnTo>
                <a:cubicBezTo>
                  <a:pt x="0" y="281226"/>
                  <a:pt x="42624" y="323850"/>
                  <a:pt x="95250" y="323850"/>
                </a:cubicBezTo>
                <a:cubicBezTo>
                  <a:pt x="147876" y="323850"/>
                  <a:pt x="190500" y="281226"/>
                  <a:pt x="190500" y="228600"/>
                </a:cubicBezTo>
                <a:lnTo>
                  <a:pt x="190500" y="19050"/>
                </a:lnTo>
                <a:cubicBezTo>
                  <a:pt x="190500" y="-1965"/>
                  <a:pt x="173415" y="-19050"/>
                  <a:pt x="152400" y="-19050"/>
                </a:cubicBezTo>
                <a:lnTo>
                  <a:pt x="38100" y="-19050"/>
                </a:lnTo>
                <a:close/>
                <a:moveTo>
                  <a:pt x="95250" y="214313"/>
                </a:moveTo>
                <a:cubicBezTo>
                  <a:pt x="113645" y="214313"/>
                  <a:pt x="128588" y="229255"/>
                  <a:pt x="128588" y="247650"/>
                </a:cubicBezTo>
                <a:cubicBezTo>
                  <a:pt x="128588" y="266045"/>
                  <a:pt x="113645" y="280987"/>
                  <a:pt x="95250" y="280987"/>
                </a:cubicBezTo>
                <a:cubicBezTo>
                  <a:pt x="76855" y="280987"/>
                  <a:pt x="61912" y="266045"/>
                  <a:pt x="61912" y="247650"/>
                </a:cubicBezTo>
                <a:cubicBezTo>
                  <a:pt x="61912" y="229255"/>
                  <a:pt x="76855" y="214313"/>
                  <a:pt x="95250" y="214313"/>
                </a:cubicBezTo>
                <a:close/>
                <a:moveTo>
                  <a:pt x="128588" y="152400"/>
                </a:moveTo>
                <a:cubicBezTo>
                  <a:pt x="128588" y="170799"/>
                  <a:pt x="113649" y="185738"/>
                  <a:pt x="95250" y="185738"/>
                </a:cubicBezTo>
                <a:cubicBezTo>
                  <a:pt x="76851" y="185738"/>
                  <a:pt x="61912" y="170799"/>
                  <a:pt x="61912" y="152400"/>
                </a:cubicBezTo>
                <a:cubicBezTo>
                  <a:pt x="61912" y="134001"/>
                  <a:pt x="76851" y="119062"/>
                  <a:pt x="95250" y="119062"/>
                </a:cubicBezTo>
                <a:cubicBezTo>
                  <a:pt x="113649" y="119062"/>
                  <a:pt x="128588" y="134001"/>
                  <a:pt x="128588" y="152400"/>
                </a:cubicBezTo>
                <a:close/>
                <a:moveTo>
                  <a:pt x="95250" y="90488"/>
                </a:moveTo>
                <a:cubicBezTo>
                  <a:pt x="76851" y="90488"/>
                  <a:pt x="61912" y="75549"/>
                  <a:pt x="61912" y="57150"/>
                </a:cubicBezTo>
                <a:cubicBezTo>
                  <a:pt x="61912" y="38751"/>
                  <a:pt x="76851" y="23813"/>
                  <a:pt x="95250" y="23813"/>
                </a:cubicBezTo>
                <a:cubicBezTo>
                  <a:pt x="113649" y="23813"/>
                  <a:pt x="128588" y="38751"/>
                  <a:pt x="128588" y="57150"/>
                </a:cubicBezTo>
                <a:cubicBezTo>
                  <a:pt x="128588" y="75549"/>
                  <a:pt x="113649" y="90488"/>
                  <a:pt x="95250" y="904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705600" y="2616200"/>
            <a:ext cx="233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Features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81700" y="3352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7" name="Text 24"/>
          <p:cNvSpPr/>
          <p:nvPr/>
        </p:nvSpPr>
        <p:spPr>
          <a:xfrm>
            <a:off x="6299200" y="33020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operational modes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81700" y="3759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9" name="Text 26"/>
          <p:cNvSpPr/>
          <p:nvPr/>
        </p:nvSpPr>
        <p:spPr>
          <a:xfrm>
            <a:off x="6299200" y="3708400"/>
            <a:ext cx="227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Pedestrian safety system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981700" y="416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1" name="Text 28"/>
          <p:cNvSpPr/>
          <p:nvPr/>
        </p:nvSpPr>
        <p:spPr>
          <a:xfrm>
            <a:off x="6299200" y="4114800"/>
            <a:ext cx="196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981700" y="4572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3" name="Text 30"/>
          <p:cNvSpPr/>
          <p:nvPr/>
        </p:nvSpPr>
        <p:spPr>
          <a:xfrm>
            <a:off x="6299200" y="4521200"/>
            <a:ext cx="283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response capability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981700" y="4978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5" name="Text 32"/>
          <p:cNvSpPr/>
          <p:nvPr/>
        </p:nvSpPr>
        <p:spPr>
          <a:xfrm>
            <a:off x="6299200" y="4927600"/>
            <a:ext cx="250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timing (rush hour)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871200" y="2209800"/>
            <a:ext cx="4876800" cy="3276600"/>
          </a:xfrm>
          <a:custGeom>
            <a:avLst/>
            <a:gdLst/>
            <a:ahLst/>
            <a:cxnLst/>
            <a:rect l="l" t="t" r="r" b="b"/>
            <a:pathLst>
              <a:path w="4876800" h="32766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3174993"/>
                </a:lnTo>
                <a:cubicBezTo>
                  <a:pt x="4876800" y="3231109"/>
                  <a:pt x="4831309" y="3276600"/>
                  <a:pt x="4775193" y="3276600"/>
                </a:cubicBezTo>
                <a:lnTo>
                  <a:pt x="101607" y="3276600"/>
                </a:lnTo>
                <a:cubicBezTo>
                  <a:pt x="45491" y="3276600"/>
                  <a:pt x="0" y="3231109"/>
                  <a:pt x="0" y="3174993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871200" y="2209800"/>
            <a:ext cx="4876800" cy="50800"/>
          </a:xfrm>
          <a:custGeom>
            <a:avLst/>
            <a:gdLst/>
            <a:ahLst/>
            <a:cxnLst/>
            <a:rect l="l" t="t" r="r" b="b"/>
            <a:pathLst>
              <a:path w="4876800" h="508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8" name="Shape 35"/>
          <p:cNvSpPr/>
          <p:nvPr/>
        </p:nvSpPr>
        <p:spPr>
          <a:xfrm>
            <a:off x="111252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39" name="Shape 36"/>
          <p:cNvSpPr/>
          <p:nvPr/>
        </p:nvSpPr>
        <p:spPr>
          <a:xfrm>
            <a:off x="11258550" y="2641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11887200" y="2616200"/>
            <a:ext cx="23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1163300" y="3352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2" name="Text 39"/>
          <p:cNvSpPr/>
          <p:nvPr/>
        </p:nvSpPr>
        <p:spPr>
          <a:xfrm>
            <a:off x="11480800" y="3302000"/>
            <a:ext cx="345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Mastered x86 Assembly programming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1163300" y="3759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4" name="Text 41"/>
          <p:cNvSpPr/>
          <p:nvPr/>
        </p:nvSpPr>
        <p:spPr>
          <a:xfrm>
            <a:off x="11480800" y="3708400"/>
            <a:ext cx="345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Understood hardware communication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1163300" y="416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6" name="Text 43"/>
          <p:cNvSpPr/>
          <p:nvPr/>
        </p:nvSpPr>
        <p:spPr>
          <a:xfrm>
            <a:off x="11480800" y="4114800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Learned real-time system design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1163300" y="4572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48" name="Text 45"/>
          <p:cNvSpPr/>
          <p:nvPr/>
        </p:nvSpPr>
        <p:spPr>
          <a:xfrm>
            <a:off x="11480800" y="4521200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state machine logic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1163300" y="4978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0" name="Text 47"/>
          <p:cNvSpPr/>
          <p:nvPr/>
        </p:nvSpPr>
        <p:spPr>
          <a:xfrm>
            <a:off x="11480800" y="4927600"/>
            <a:ext cx="326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traffic engineering concepts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508000" y="5791200"/>
            <a:ext cx="15240000" cy="1816100"/>
          </a:xfrm>
          <a:custGeom>
            <a:avLst/>
            <a:gdLst/>
            <a:ahLst/>
            <a:cxnLst/>
            <a:rect l="l" t="t" r="r" b="b"/>
            <a:pathLst>
              <a:path w="15240000" h="1816100">
                <a:moveTo>
                  <a:pt x="101593" y="0"/>
                </a:moveTo>
                <a:lnTo>
                  <a:pt x="15138407" y="0"/>
                </a:lnTo>
                <a:cubicBezTo>
                  <a:pt x="15194515" y="0"/>
                  <a:pt x="15240000" y="45485"/>
                  <a:pt x="15240000" y="101593"/>
                </a:cubicBezTo>
                <a:lnTo>
                  <a:pt x="15240000" y="1714507"/>
                </a:lnTo>
                <a:cubicBezTo>
                  <a:pt x="15240000" y="1770615"/>
                  <a:pt x="15194515" y="1816100"/>
                  <a:pt x="15138407" y="1816100"/>
                </a:cubicBezTo>
                <a:lnTo>
                  <a:pt x="101593" y="1816100"/>
                </a:lnTo>
                <a:cubicBezTo>
                  <a:pt x="45485" y="1816100"/>
                  <a:pt x="0" y="1770615"/>
                  <a:pt x="0" y="17145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2" name="Text 49"/>
          <p:cNvSpPr/>
          <p:nvPr/>
        </p:nvSpPr>
        <p:spPr>
          <a:xfrm>
            <a:off x="762000" y="6045200"/>
            <a:ext cx="1488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Applicability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62000" y="6604000"/>
            <a:ext cx="14846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system simulates actual traffic management principles and can serve as a foundation for embedded traffic control systems. The modular design allows for easy expansion and modification, demonstrating practical applications of low-level programming in critical infrastructure systems.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65150" y="82359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43649" y="-7739"/>
                </a:moveTo>
                <a:cubicBezTo>
                  <a:pt x="136862" y="-9108"/>
                  <a:pt x="129897" y="-9108"/>
                  <a:pt x="123111" y="-7739"/>
                </a:cubicBezTo>
                <a:lnTo>
                  <a:pt x="11490" y="14585"/>
                </a:lnTo>
                <a:cubicBezTo>
                  <a:pt x="4822" y="15895"/>
                  <a:pt x="0" y="21788"/>
                  <a:pt x="0" y="28575"/>
                </a:cubicBezTo>
                <a:cubicBezTo>
                  <a:pt x="0" y="34707"/>
                  <a:pt x="3870" y="40065"/>
                  <a:pt x="9525" y="42029"/>
                </a:cubicBezTo>
                <a:lnTo>
                  <a:pt x="9525" y="85725"/>
                </a:lnTo>
                <a:lnTo>
                  <a:pt x="179" y="132517"/>
                </a:lnTo>
                <a:cubicBezTo>
                  <a:pt x="60" y="133052"/>
                  <a:pt x="0" y="133648"/>
                  <a:pt x="0" y="134243"/>
                </a:cubicBezTo>
                <a:cubicBezTo>
                  <a:pt x="0" y="139005"/>
                  <a:pt x="3870" y="142935"/>
                  <a:pt x="8692" y="142935"/>
                </a:cubicBezTo>
                <a:lnTo>
                  <a:pt x="29468" y="142935"/>
                </a:lnTo>
                <a:cubicBezTo>
                  <a:pt x="34230" y="142935"/>
                  <a:pt x="38160" y="139065"/>
                  <a:pt x="38160" y="134243"/>
                </a:cubicBezTo>
                <a:cubicBezTo>
                  <a:pt x="38160" y="133648"/>
                  <a:pt x="38100" y="133112"/>
                  <a:pt x="37981" y="132517"/>
                </a:cubicBezTo>
                <a:lnTo>
                  <a:pt x="28575" y="85725"/>
                </a:lnTo>
                <a:lnTo>
                  <a:pt x="28575" y="46018"/>
                </a:lnTo>
                <a:lnTo>
                  <a:pt x="57150" y="51733"/>
                </a:lnTo>
                <a:lnTo>
                  <a:pt x="57150" y="85725"/>
                </a:lnTo>
                <a:cubicBezTo>
                  <a:pt x="57150" y="127814"/>
                  <a:pt x="91261" y="161925"/>
                  <a:pt x="133350" y="161925"/>
                </a:cubicBezTo>
                <a:cubicBezTo>
                  <a:pt x="175439" y="161925"/>
                  <a:pt x="209550" y="127814"/>
                  <a:pt x="209550" y="85725"/>
                </a:cubicBezTo>
                <a:lnTo>
                  <a:pt x="209550" y="51733"/>
                </a:lnTo>
                <a:lnTo>
                  <a:pt x="255210" y="42624"/>
                </a:lnTo>
                <a:cubicBezTo>
                  <a:pt x="261878" y="41255"/>
                  <a:pt x="266700" y="35362"/>
                  <a:pt x="266700" y="28575"/>
                </a:cubicBezTo>
                <a:cubicBezTo>
                  <a:pt x="266700" y="21788"/>
                  <a:pt x="261878" y="15895"/>
                  <a:pt x="255210" y="14585"/>
                </a:cubicBezTo>
                <a:lnTo>
                  <a:pt x="143649" y="-7739"/>
                </a:lnTo>
                <a:close/>
                <a:moveTo>
                  <a:pt x="133350" y="133350"/>
                </a:moveTo>
                <a:cubicBezTo>
                  <a:pt x="107037" y="133350"/>
                  <a:pt x="85725" y="112038"/>
                  <a:pt x="85725" y="85725"/>
                </a:cubicBezTo>
                <a:lnTo>
                  <a:pt x="180975" y="85725"/>
                </a:lnTo>
                <a:cubicBezTo>
                  <a:pt x="180975" y="112038"/>
                  <a:pt x="159663" y="133350"/>
                  <a:pt x="133350" y="133350"/>
                </a:cubicBezTo>
                <a:close/>
                <a:moveTo>
                  <a:pt x="71497" y="190560"/>
                </a:moveTo>
                <a:cubicBezTo>
                  <a:pt x="34945" y="207347"/>
                  <a:pt x="9525" y="244257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19062" y="304800"/>
                </a:lnTo>
                <a:lnTo>
                  <a:pt x="119062" y="217884"/>
                </a:lnTo>
                <a:lnTo>
                  <a:pt x="84892" y="192286"/>
                </a:lnTo>
                <a:cubicBezTo>
                  <a:pt x="81022" y="189369"/>
                  <a:pt x="75843" y="188595"/>
                  <a:pt x="71438" y="190619"/>
                </a:cubicBezTo>
                <a:close/>
                <a:moveTo>
                  <a:pt x="147638" y="304800"/>
                </a:move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44257"/>
                  <a:pt x="231755" y="207347"/>
                  <a:pt x="195203" y="190619"/>
                </a:cubicBezTo>
                <a:cubicBezTo>
                  <a:pt x="190798" y="188595"/>
                  <a:pt x="185618" y="189369"/>
                  <a:pt x="181749" y="192286"/>
                </a:cubicBezTo>
                <a:lnTo>
                  <a:pt x="147578" y="217884"/>
                </a:lnTo>
                <a:lnTo>
                  <a:pt x="147578" y="304800"/>
                </a:lnTo>
                <a:close/>
              </a:path>
            </a:pathLst>
          </a:custGeom>
          <a:solidFill>
            <a:srgbClr val="D67B5E"/>
          </a:solidFill>
          <a:ln/>
        </p:spPr>
      </p:sp>
      <p:sp>
        <p:nvSpPr>
          <p:cNvPr id="55" name="Text 52"/>
          <p:cNvSpPr/>
          <p:nvPr/>
        </p:nvSpPr>
        <p:spPr>
          <a:xfrm>
            <a:off x="1092200" y="8083550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by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092200" y="8337550"/>
            <a:ext cx="326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Abdul Wahid &amp; Ahmad Murtaza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3604081" y="7905750"/>
            <a:ext cx="214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3794581" y="851535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1281</Words>
  <Application>Microsoft Office PowerPoint</Application>
  <PresentationFormat>Custom</PresentationFormat>
  <Paragraphs>401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微软雅黑</vt:lpstr>
      <vt:lpstr>MiSans</vt:lpstr>
      <vt:lpstr>Noto Sans SC</vt:lpstr>
      <vt:lpstr>Liter</vt:lpstr>
      <vt:lpstr>Arial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Light Control System</dc:title>
  <dc:subject>Traffic Light Control System</dc:subject>
  <dc:creator>Kimi</dc:creator>
  <cp:lastModifiedBy>Abdul Wahid</cp:lastModifiedBy>
  <cp:revision>5</cp:revision>
  <dcterms:created xsi:type="dcterms:W3CDTF">2025-12-29T14:39:36Z</dcterms:created>
  <dcterms:modified xsi:type="dcterms:W3CDTF">2025-12-29T22:30:44Z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{"Label":"Traffic Light Control System","ContentProducer":"001191110108MACG2KBH8F10000","ProduceID":"19b6a87c-9062-8c17-8000-0000191a2b98","ReservedCode1":"","ContentPropagator":"001191110108MACG2KBH8F20000","PropagateID":"19b6a87c-9062-8c17-8000-0000191a2b98","ReservedCode2":""}</vt:lpwstr>
  </property>
</Properties>
</file>